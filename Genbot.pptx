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Bebas Neue"/>
      <p:regular r:id="rId14"/>
    </p:embeddedFont>
    <p:embeddedFont>
      <p:font typeface="Exo 2"/>
      <p:regular r:id="rId15"/>
      <p:bold r:id="rId16"/>
      <p:italic r:id="rId17"/>
      <p:boldItalic r:id="rId18"/>
    </p:embeddedFont>
    <p:embeddedFont>
      <p:font typeface="Exo 2 ExtraBold"/>
      <p:bold r:id="rId19"/>
      <p:boldItalic r:id="rId20"/>
    </p:embeddedFont>
    <p:embeddedFont>
      <p:font typeface="Comforta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ExtraBold-boldItalic.fntdata"/><Relationship Id="rId22" Type="http://schemas.openxmlformats.org/officeDocument/2006/relationships/font" Target="fonts/Comfortaa-bold.fntdata"/><Relationship Id="rId21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Exo2-regular.fntdata"/><Relationship Id="rId14" Type="http://schemas.openxmlformats.org/officeDocument/2006/relationships/font" Target="fonts/BebasNeue-regular.fntdata"/><Relationship Id="rId17" Type="http://schemas.openxmlformats.org/officeDocument/2006/relationships/font" Target="fonts/Exo2-italic.fntdata"/><Relationship Id="rId16" Type="http://schemas.openxmlformats.org/officeDocument/2006/relationships/font" Target="fonts/Exo2-bold.fntdata"/><Relationship Id="rId19" Type="http://schemas.openxmlformats.org/officeDocument/2006/relationships/font" Target="fonts/Exo2ExtraBold-bold.fntdata"/><Relationship Id="rId18" Type="http://schemas.openxmlformats.org/officeDocument/2006/relationships/font" Target="fonts/Exo2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ed9256fe6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ed9256fe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fc5ac6cbf0_2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fc5ac6cbf0_2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fb3039fd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fb3039fd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fc5ac6cbf0_2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fc5ac6cbf0_2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33f6155f6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33f6155f6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fddd174c6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1fddd174c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33f6155f6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33f6155f6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818925" y="-1451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4655225" y="47700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1280675"/>
            <a:ext cx="280800" cy="304800"/>
            <a:chOff x="94625" y="2750225"/>
            <a:chExt cx="280800" cy="3048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13225" y="721250"/>
            <a:ext cx="4710300" cy="2868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Exo 2"/>
              <a:buNone/>
              <a:defRPr b="1" sz="4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13225" y="3812350"/>
            <a:ext cx="4710300" cy="47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/>
          <p:nvPr>
            <p:ph idx="2" type="pic"/>
          </p:nvPr>
        </p:nvSpPr>
        <p:spPr>
          <a:xfrm>
            <a:off x="5903675" y="539500"/>
            <a:ext cx="2530800" cy="4064400"/>
          </a:xfrm>
          <a:prstGeom prst="round1Rect">
            <a:avLst>
              <a:gd fmla="val 50000" name="adj"/>
            </a:avLst>
          </a:prstGeom>
          <a:noFill/>
          <a:ln>
            <a:noFill/>
          </a:ln>
          <a:effectLst>
            <a:outerShdw blurRad="342900" rotWithShape="0" algn="bl" dir="4020000" dist="57150">
              <a:schemeClr val="dk1">
                <a:alpha val="54000"/>
              </a:schemeClr>
            </a:outerShdw>
          </a:effectLst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20000" y="1813100"/>
            <a:ext cx="5067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720000" y="539500"/>
            <a:ext cx="5067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720000" y="29035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>
            <a:off x="6053201" y="4862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" name="Google Shape;23;p3"/>
          <p:cNvGrpSpPr/>
          <p:nvPr/>
        </p:nvGrpSpPr>
        <p:grpSpPr>
          <a:xfrm flipH="1" rot="10800000">
            <a:off x="2" y="1740300"/>
            <a:ext cx="280800" cy="304800"/>
            <a:chOff x="94625" y="2750225"/>
            <a:chExt cx="280800" cy="304800"/>
          </a:xfrm>
        </p:grpSpPr>
        <p:cxnSp>
          <p:nvCxnSpPr>
            <p:cNvPr id="24" name="Google Shape;24;p3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3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" name="Google Shape;27;p3"/>
          <p:cNvSpPr/>
          <p:nvPr/>
        </p:nvSpPr>
        <p:spPr>
          <a:xfrm flipH="1" rot="5400000">
            <a:off x="4889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 flipH="1">
            <a:off x="3312751" y="-285269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 flipH="1" rot="-5400000">
            <a:off x="8436641" y="2100633"/>
            <a:ext cx="1161786" cy="586719"/>
            <a:chOff x="1474549" y="307982"/>
            <a:chExt cx="916886" cy="463040"/>
          </a:xfrm>
        </p:grpSpPr>
        <p:sp>
          <p:nvSpPr>
            <p:cNvPr id="30" name="Google Shape;30;p3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 flipH="1">
            <a:off x="5628576" y="4862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 flipH="1" rot="10800000">
            <a:off x="2" y="1740300"/>
            <a:ext cx="280800" cy="304800"/>
            <a:chOff x="94625" y="2750225"/>
            <a:chExt cx="280800" cy="304800"/>
          </a:xfrm>
        </p:grpSpPr>
        <p:cxnSp>
          <p:nvCxnSpPr>
            <p:cNvPr id="35" name="Google Shape;35;p4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" name="Google Shape;36;p4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" name="Google Shape;37;p4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" name="Google Shape;38;p4"/>
          <p:cNvSpPr/>
          <p:nvPr/>
        </p:nvSpPr>
        <p:spPr>
          <a:xfrm flipH="1" rot="5400000">
            <a:off x="4889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 flipH="1">
            <a:off x="3312751" y="-285269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 flipH="1" rot="-5400000">
            <a:off x="8436641" y="3734333"/>
            <a:ext cx="1161786" cy="586719"/>
            <a:chOff x="1474549" y="307982"/>
            <a:chExt cx="916886" cy="463040"/>
          </a:xfrm>
        </p:grpSpPr>
        <p:sp>
          <p:nvSpPr>
            <p:cNvPr id="41" name="Google Shape;41;p4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" type="body"/>
          </p:nvPr>
        </p:nvSpPr>
        <p:spPr>
          <a:xfrm>
            <a:off x="720000" y="1215750"/>
            <a:ext cx="7704000" cy="3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Nunito Light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5"/>
          <p:cNvGrpSpPr/>
          <p:nvPr/>
        </p:nvGrpSpPr>
        <p:grpSpPr>
          <a:xfrm flipH="1" rot="-5400000">
            <a:off x="1938876" y="-33650"/>
            <a:ext cx="280800" cy="304800"/>
            <a:chOff x="94625" y="2750225"/>
            <a:chExt cx="280800" cy="304800"/>
          </a:xfrm>
        </p:grpSpPr>
        <p:cxnSp>
          <p:nvCxnSpPr>
            <p:cNvPr id="47" name="Google Shape;47;p5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5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5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" name="Google Shape;50;p5"/>
          <p:cNvGrpSpPr/>
          <p:nvPr/>
        </p:nvGrpSpPr>
        <p:grpSpPr>
          <a:xfrm flipH="1" rot="-5400000">
            <a:off x="8459066" y="965670"/>
            <a:ext cx="1161786" cy="586719"/>
            <a:chOff x="1474549" y="307982"/>
            <a:chExt cx="916886" cy="463040"/>
          </a:xfrm>
        </p:grpSpPr>
        <p:sp>
          <p:nvSpPr>
            <p:cNvPr id="51" name="Google Shape;51;p5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/>
          <p:nvPr/>
        </p:nvSpPr>
        <p:spPr>
          <a:xfrm flipH="1">
            <a:off x="6447401" y="-3276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 flipH="1">
            <a:off x="2" y="4303775"/>
            <a:ext cx="280800" cy="304800"/>
            <a:chOff x="94625" y="2750225"/>
            <a:chExt cx="280800" cy="304800"/>
          </a:xfrm>
        </p:grpSpPr>
        <p:cxnSp>
          <p:nvCxnSpPr>
            <p:cNvPr id="55" name="Google Shape;55;p5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5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5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" name="Google Shape;58;p5"/>
          <p:cNvSpPr/>
          <p:nvPr/>
        </p:nvSpPr>
        <p:spPr>
          <a:xfrm flipH="1">
            <a:off x="-305999" y="20905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5"/>
          <p:cNvGrpSpPr/>
          <p:nvPr/>
        </p:nvGrpSpPr>
        <p:grpSpPr>
          <a:xfrm flipH="1" rot="5400000">
            <a:off x="8086018" y="4544464"/>
            <a:ext cx="689510" cy="128220"/>
            <a:chOff x="5242022" y="4487401"/>
            <a:chExt cx="689510" cy="128220"/>
          </a:xfrm>
        </p:grpSpPr>
        <p:sp>
          <p:nvSpPr>
            <p:cNvPr id="60" name="Google Shape;60;p5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" type="subTitle"/>
          </p:nvPr>
        </p:nvSpPr>
        <p:spPr>
          <a:xfrm>
            <a:off x="4666274" y="2090500"/>
            <a:ext cx="3623700" cy="20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2" type="subTitle"/>
          </p:nvPr>
        </p:nvSpPr>
        <p:spPr>
          <a:xfrm>
            <a:off x="720000" y="2090500"/>
            <a:ext cx="3623700" cy="20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3" type="subTitle"/>
          </p:nvPr>
        </p:nvSpPr>
        <p:spPr>
          <a:xfrm>
            <a:off x="720000" y="1729000"/>
            <a:ext cx="36237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4" type="subTitle"/>
          </p:nvPr>
        </p:nvSpPr>
        <p:spPr>
          <a:xfrm>
            <a:off x="4666261" y="1729000"/>
            <a:ext cx="36237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6"/>
          <p:cNvGrpSpPr/>
          <p:nvPr/>
        </p:nvGrpSpPr>
        <p:grpSpPr>
          <a:xfrm>
            <a:off x="0" y="807525"/>
            <a:ext cx="280800" cy="304800"/>
            <a:chOff x="94625" y="2750225"/>
            <a:chExt cx="280800" cy="304800"/>
          </a:xfrm>
        </p:grpSpPr>
        <p:cxnSp>
          <p:nvCxnSpPr>
            <p:cNvPr id="70" name="Google Shape;70;p6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6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6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" name="Google Shape;73;p6"/>
          <p:cNvGrpSpPr/>
          <p:nvPr/>
        </p:nvGrpSpPr>
        <p:grpSpPr>
          <a:xfrm rot="10800000">
            <a:off x="3867646" y="-200383"/>
            <a:ext cx="1161786" cy="586719"/>
            <a:chOff x="1474549" y="307982"/>
            <a:chExt cx="916886" cy="463040"/>
          </a:xfrm>
        </p:grpSpPr>
        <p:sp>
          <p:nvSpPr>
            <p:cNvPr id="74" name="Google Shape;74;p6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6"/>
          <p:cNvGrpSpPr/>
          <p:nvPr/>
        </p:nvGrpSpPr>
        <p:grpSpPr>
          <a:xfrm>
            <a:off x="8417222" y="556270"/>
            <a:ext cx="384706" cy="416076"/>
            <a:chOff x="7263072" y="493535"/>
            <a:chExt cx="440874" cy="476932"/>
          </a:xfrm>
        </p:grpSpPr>
        <p:sp>
          <p:nvSpPr>
            <p:cNvPr id="77" name="Google Shape;77;p6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6"/>
          <p:cNvSpPr/>
          <p:nvPr/>
        </p:nvSpPr>
        <p:spPr>
          <a:xfrm>
            <a:off x="8838975" y="40583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-306000" y="319717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6"/>
          <p:cNvGrpSpPr/>
          <p:nvPr/>
        </p:nvGrpSpPr>
        <p:grpSpPr>
          <a:xfrm>
            <a:off x="2833697" y="4778339"/>
            <a:ext cx="689510" cy="128220"/>
            <a:chOff x="5242022" y="4487401"/>
            <a:chExt cx="689510" cy="128220"/>
          </a:xfrm>
        </p:grpSpPr>
        <p:sp>
          <p:nvSpPr>
            <p:cNvPr id="84" name="Google Shape;84;p6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type="title"/>
          </p:nvPr>
        </p:nvSpPr>
        <p:spPr>
          <a:xfrm>
            <a:off x="713213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 flipH="1" rot="5400000">
            <a:off x="4889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7"/>
          <p:cNvGrpSpPr/>
          <p:nvPr/>
        </p:nvGrpSpPr>
        <p:grpSpPr>
          <a:xfrm rot="5400000">
            <a:off x="7109550" y="-17125"/>
            <a:ext cx="280800" cy="304800"/>
            <a:chOff x="94625" y="2750225"/>
            <a:chExt cx="280800" cy="304800"/>
          </a:xfrm>
        </p:grpSpPr>
        <p:cxnSp>
          <p:nvCxnSpPr>
            <p:cNvPr id="91" name="Google Shape;91;p7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7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7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" name="Google Shape;94;p7"/>
          <p:cNvGrpSpPr/>
          <p:nvPr/>
        </p:nvGrpSpPr>
        <p:grpSpPr>
          <a:xfrm rot="5400000">
            <a:off x="-287541" y="2143217"/>
            <a:ext cx="1161786" cy="586719"/>
            <a:chOff x="1474549" y="307982"/>
            <a:chExt cx="916886" cy="463040"/>
          </a:xfrm>
        </p:grpSpPr>
        <p:sp>
          <p:nvSpPr>
            <p:cNvPr id="95" name="Google Shape;95;p7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7"/>
          <p:cNvSpPr/>
          <p:nvPr/>
        </p:nvSpPr>
        <p:spPr>
          <a:xfrm>
            <a:off x="1984675" y="-3111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753600" y="48166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7"/>
          <p:cNvGrpSpPr/>
          <p:nvPr/>
        </p:nvGrpSpPr>
        <p:grpSpPr>
          <a:xfrm>
            <a:off x="8430772" y="4400533"/>
            <a:ext cx="384706" cy="416076"/>
            <a:chOff x="7263072" y="493535"/>
            <a:chExt cx="440874" cy="476932"/>
          </a:xfrm>
        </p:grpSpPr>
        <p:sp>
          <p:nvSpPr>
            <p:cNvPr id="100" name="Google Shape;100;p7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7"/>
          <p:cNvSpPr txBox="1"/>
          <p:nvPr>
            <p:ph type="title"/>
          </p:nvPr>
        </p:nvSpPr>
        <p:spPr>
          <a:xfrm>
            <a:off x="720000" y="3587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1" type="subTitle"/>
          </p:nvPr>
        </p:nvSpPr>
        <p:spPr>
          <a:xfrm>
            <a:off x="1400350" y="1347250"/>
            <a:ext cx="6343200" cy="27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 Light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8"/>
          <p:cNvGrpSpPr/>
          <p:nvPr/>
        </p:nvGrpSpPr>
        <p:grpSpPr>
          <a:xfrm>
            <a:off x="8430772" y="1690333"/>
            <a:ext cx="384706" cy="416076"/>
            <a:chOff x="7263072" y="493535"/>
            <a:chExt cx="440874" cy="476932"/>
          </a:xfrm>
        </p:grpSpPr>
        <p:sp>
          <p:nvSpPr>
            <p:cNvPr id="108" name="Google Shape;108;p8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8"/>
          <p:cNvSpPr/>
          <p:nvPr/>
        </p:nvSpPr>
        <p:spPr>
          <a:xfrm>
            <a:off x="419825" y="2461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4753600" y="48166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8"/>
          <p:cNvGrpSpPr/>
          <p:nvPr/>
        </p:nvGrpSpPr>
        <p:grpSpPr>
          <a:xfrm flipH="1" rot="5400000">
            <a:off x="304368" y="4199714"/>
            <a:ext cx="689510" cy="128220"/>
            <a:chOff x="5242022" y="4487401"/>
            <a:chExt cx="689510" cy="128220"/>
          </a:xfrm>
        </p:grpSpPr>
        <p:sp>
          <p:nvSpPr>
            <p:cNvPr id="115" name="Google Shape;115;p8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5400000">
            <a:off x="1950650" y="4850700"/>
            <a:ext cx="280800" cy="304800"/>
            <a:chOff x="94625" y="2750225"/>
            <a:chExt cx="280800" cy="304800"/>
          </a:xfrm>
        </p:grpSpPr>
        <p:cxnSp>
          <p:nvCxnSpPr>
            <p:cNvPr id="119" name="Google Shape;119;p8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8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8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2" name="Google Shape;122;p8"/>
          <p:cNvSpPr/>
          <p:nvPr/>
        </p:nvSpPr>
        <p:spPr>
          <a:xfrm rot="-5400000">
            <a:off x="80825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8"/>
          <p:cNvGrpSpPr/>
          <p:nvPr/>
        </p:nvGrpSpPr>
        <p:grpSpPr>
          <a:xfrm rot="5400000">
            <a:off x="4030175" y="-17125"/>
            <a:ext cx="280800" cy="304800"/>
            <a:chOff x="94625" y="2750225"/>
            <a:chExt cx="280800" cy="304800"/>
          </a:xfrm>
        </p:grpSpPr>
        <p:cxnSp>
          <p:nvCxnSpPr>
            <p:cNvPr id="124" name="Google Shape;124;p8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8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8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" name="Google Shape;127;p8"/>
          <p:cNvGrpSpPr/>
          <p:nvPr/>
        </p:nvGrpSpPr>
        <p:grpSpPr>
          <a:xfrm rot="10800000">
            <a:off x="6417584" y="-8"/>
            <a:ext cx="1161786" cy="586719"/>
            <a:chOff x="1474549" y="307982"/>
            <a:chExt cx="916886" cy="463040"/>
          </a:xfrm>
        </p:grpSpPr>
        <p:sp>
          <p:nvSpPr>
            <p:cNvPr id="128" name="Google Shape;128;p8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8"/>
          <p:cNvSpPr txBox="1"/>
          <p:nvPr>
            <p:ph type="title"/>
          </p:nvPr>
        </p:nvSpPr>
        <p:spPr>
          <a:xfrm>
            <a:off x="1374150" y="1307100"/>
            <a:ext cx="63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10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>
            <p:ph idx="2" type="pic"/>
          </p:nvPr>
        </p:nvSpPr>
        <p:spPr>
          <a:xfrm flipH="1">
            <a:off x="844813" y="539500"/>
            <a:ext cx="2530800" cy="4064400"/>
          </a:xfrm>
          <a:prstGeom prst="round1Rect">
            <a:avLst>
              <a:gd fmla="val 50000" name="adj"/>
            </a:avLst>
          </a:prstGeom>
          <a:noFill/>
          <a:ln>
            <a:noFill/>
          </a:ln>
          <a:effectLst>
            <a:outerShdw blurRad="342900" rotWithShape="0" algn="bl" dir="4020000" dist="57150">
              <a:schemeClr val="dk1">
                <a:alpha val="54000"/>
              </a:schemeClr>
            </a:outerShdw>
          </a:effectLst>
        </p:spPr>
      </p:sp>
      <p:grpSp>
        <p:nvGrpSpPr>
          <p:cNvPr id="133" name="Google Shape;133;p9"/>
          <p:cNvGrpSpPr/>
          <p:nvPr/>
        </p:nvGrpSpPr>
        <p:grpSpPr>
          <a:xfrm flipH="1">
            <a:off x="8238425" y="331458"/>
            <a:ext cx="384706" cy="416076"/>
            <a:chOff x="7263072" y="493535"/>
            <a:chExt cx="440874" cy="476932"/>
          </a:xfrm>
        </p:grpSpPr>
        <p:sp>
          <p:nvSpPr>
            <p:cNvPr id="134" name="Google Shape;134;p9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9"/>
          <p:cNvSpPr/>
          <p:nvPr/>
        </p:nvSpPr>
        <p:spPr>
          <a:xfrm flipH="1">
            <a:off x="419829" y="-2553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9"/>
          <p:cNvGrpSpPr/>
          <p:nvPr/>
        </p:nvGrpSpPr>
        <p:grpSpPr>
          <a:xfrm flipH="1">
            <a:off x="6582359" y="4709742"/>
            <a:ext cx="1173436" cy="586719"/>
            <a:chOff x="1474549" y="307982"/>
            <a:chExt cx="926080" cy="463040"/>
          </a:xfrm>
        </p:grpSpPr>
        <p:sp>
          <p:nvSpPr>
            <p:cNvPr id="140" name="Google Shape;140;p9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 flipH="1">
              <a:off x="1937588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9"/>
          <p:cNvGrpSpPr/>
          <p:nvPr/>
        </p:nvGrpSpPr>
        <p:grpSpPr>
          <a:xfrm flipH="1" rot="-5400000">
            <a:off x="1384954" y="4850700"/>
            <a:ext cx="280800" cy="304800"/>
            <a:chOff x="94625" y="2750225"/>
            <a:chExt cx="280800" cy="304800"/>
          </a:xfrm>
        </p:grpSpPr>
        <p:cxnSp>
          <p:nvCxnSpPr>
            <p:cNvPr id="143" name="Google Shape;143;p9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9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9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6" name="Google Shape;146;p9"/>
          <p:cNvSpPr/>
          <p:nvPr/>
        </p:nvSpPr>
        <p:spPr>
          <a:xfrm flipH="1">
            <a:off x="8817104" y="39265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9"/>
          <p:cNvGrpSpPr/>
          <p:nvPr/>
        </p:nvGrpSpPr>
        <p:grpSpPr>
          <a:xfrm flipH="1" rot="-5400000">
            <a:off x="4911304" y="-12000"/>
            <a:ext cx="280800" cy="304800"/>
            <a:chOff x="94625" y="2750225"/>
            <a:chExt cx="280800" cy="304800"/>
          </a:xfrm>
        </p:grpSpPr>
        <p:cxnSp>
          <p:nvCxnSpPr>
            <p:cNvPr id="148" name="Google Shape;148;p9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9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9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9"/>
          <p:cNvSpPr txBox="1"/>
          <p:nvPr>
            <p:ph type="title"/>
          </p:nvPr>
        </p:nvSpPr>
        <p:spPr>
          <a:xfrm flipH="1">
            <a:off x="4740000" y="853138"/>
            <a:ext cx="3559200" cy="21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9"/>
          <p:cNvSpPr txBox="1"/>
          <p:nvPr>
            <p:ph idx="1" type="subTitle"/>
          </p:nvPr>
        </p:nvSpPr>
        <p:spPr>
          <a:xfrm flipH="1">
            <a:off x="4740000" y="3059163"/>
            <a:ext cx="3559200" cy="138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5393575" y="1414950"/>
            <a:ext cx="3037200" cy="2313600"/>
          </a:xfrm>
          <a:prstGeom prst="rect">
            <a:avLst/>
          </a:prstGeom>
          <a:solidFill>
            <a:srgbClr val="191919">
              <a:alpha val="6372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1"/>
          <p:cNvGrpSpPr/>
          <p:nvPr/>
        </p:nvGrpSpPr>
        <p:grpSpPr>
          <a:xfrm flipH="1">
            <a:off x="520875" y="331470"/>
            <a:ext cx="384706" cy="416076"/>
            <a:chOff x="7263072" y="493535"/>
            <a:chExt cx="440874" cy="476932"/>
          </a:xfrm>
        </p:grpSpPr>
        <p:sp>
          <p:nvSpPr>
            <p:cNvPr id="157" name="Google Shape;157;p11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1"/>
          <p:cNvSpPr/>
          <p:nvPr/>
        </p:nvSpPr>
        <p:spPr>
          <a:xfrm flipH="1">
            <a:off x="2989179" y="-2553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1"/>
          <p:cNvGrpSpPr/>
          <p:nvPr/>
        </p:nvGrpSpPr>
        <p:grpSpPr>
          <a:xfrm rot="-5400000">
            <a:off x="8148444" y="4199714"/>
            <a:ext cx="689510" cy="128220"/>
            <a:chOff x="5242022" y="4487401"/>
            <a:chExt cx="689510" cy="128220"/>
          </a:xfrm>
        </p:grpSpPr>
        <p:sp>
          <p:nvSpPr>
            <p:cNvPr id="163" name="Google Shape;163;p11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1"/>
          <p:cNvSpPr/>
          <p:nvPr/>
        </p:nvSpPr>
        <p:spPr>
          <a:xfrm flipH="1" rot="5400000">
            <a:off x="479250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1"/>
          <p:cNvGrpSpPr/>
          <p:nvPr/>
        </p:nvGrpSpPr>
        <p:grpSpPr>
          <a:xfrm flipH="1">
            <a:off x="8863204" y="883800"/>
            <a:ext cx="280800" cy="304800"/>
            <a:chOff x="94625" y="2750225"/>
            <a:chExt cx="280800" cy="304800"/>
          </a:xfrm>
        </p:grpSpPr>
        <p:cxnSp>
          <p:nvCxnSpPr>
            <p:cNvPr id="168" name="Google Shape;168;p11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1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11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1" name="Google Shape;171;p11"/>
          <p:cNvGrpSpPr/>
          <p:nvPr/>
        </p:nvGrpSpPr>
        <p:grpSpPr>
          <a:xfrm flipH="1" rot="10800000">
            <a:off x="6052109" y="-158083"/>
            <a:ext cx="1173436" cy="586719"/>
            <a:chOff x="1474549" y="307982"/>
            <a:chExt cx="926080" cy="463040"/>
          </a:xfrm>
        </p:grpSpPr>
        <p:sp>
          <p:nvSpPr>
            <p:cNvPr id="172" name="Google Shape;172;p11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 flipH="1">
              <a:off x="1937588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11"/>
          <p:cNvGrpSpPr/>
          <p:nvPr/>
        </p:nvGrpSpPr>
        <p:grpSpPr>
          <a:xfrm flipH="1" rot="-5400000">
            <a:off x="4029854" y="4850700"/>
            <a:ext cx="280800" cy="304800"/>
            <a:chOff x="94625" y="2750225"/>
            <a:chExt cx="280800" cy="304800"/>
          </a:xfrm>
        </p:grpSpPr>
        <p:cxnSp>
          <p:nvCxnSpPr>
            <p:cNvPr id="175" name="Google Shape;175;p11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11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11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8" name="Google Shape;178;p11"/>
          <p:cNvSpPr/>
          <p:nvPr/>
        </p:nvSpPr>
        <p:spPr>
          <a:xfrm flipH="1">
            <a:off x="7029879" y="48432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 txBox="1"/>
          <p:nvPr>
            <p:ph hasCustomPrompt="1" type="title"/>
          </p:nvPr>
        </p:nvSpPr>
        <p:spPr>
          <a:xfrm>
            <a:off x="1761750" y="1399213"/>
            <a:ext cx="56205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10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11"/>
          <p:cNvSpPr txBox="1"/>
          <p:nvPr>
            <p:ph idx="1" type="subTitle"/>
          </p:nvPr>
        </p:nvSpPr>
        <p:spPr>
          <a:xfrm>
            <a:off x="1761750" y="3247188"/>
            <a:ext cx="56205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3"/>
          <p:cNvGrpSpPr/>
          <p:nvPr/>
        </p:nvGrpSpPr>
        <p:grpSpPr>
          <a:xfrm rot="5400000">
            <a:off x="2752525" y="4852975"/>
            <a:ext cx="280800" cy="304800"/>
            <a:chOff x="94625" y="2750225"/>
            <a:chExt cx="280800" cy="304800"/>
          </a:xfrm>
        </p:grpSpPr>
        <p:cxnSp>
          <p:nvCxnSpPr>
            <p:cNvPr id="184" name="Google Shape;184;p13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3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13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7" name="Google Shape;187;p13"/>
          <p:cNvGrpSpPr/>
          <p:nvPr/>
        </p:nvGrpSpPr>
        <p:grpSpPr>
          <a:xfrm>
            <a:off x="820697" y="258114"/>
            <a:ext cx="689510" cy="128220"/>
            <a:chOff x="5242022" y="4487401"/>
            <a:chExt cx="689510" cy="128220"/>
          </a:xfrm>
        </p:grpSpPr>
        <p:sp>
          <p:nvSpPr>
            <p:cNvPr id="188" name="Google Shape;188;p13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" name="Google Shape;191;p13"/>
          <p:cNvSpPr/>
          <p:nvPr/>
        </p:nvSpPr>
        <p:spPr>
          <a:xfrm>
            <a:off x="-316675" y="38137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8838975" y="144937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13"/>
          <p:cNvGrpSpPr/>
          <p:nvPr/>
        </p:nvGrpSpPr>
        <p:grpSpPr>
          <a:xfrm rot="5400000">
            <a:off x="4230900" y="-12000"/>
            <a:ext cx="280800" cy="304800"/>
            <a:chOff x="94625" y="2750225"/>
            <a:chExt cx="280800" cy="304800"/>
          </a:xfrm>
        </p:grpSpPr>
        <p:cxnSp>
          <p:nvCxnSpPr>
            <p:cNvPr id="194" name="Google Shape;194;p13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13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13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7" name="Google Shape;197;p13"/>
          <p:cNvGrpSpPr/>
          <p:nvPr/>
        </p:nvGrpSpPr>
        <p:grpSpPr>
          <a:xfrm rot="10800000">
            <a:off x="7076646" y="-175258"/>
            <a:ext cx="1161786" cy="586719"/>
            <a:chOff x="1474549" y="307982"/>
            <a:chExt cx="916886" cy="463040"/>
          </a:xfrm>
        </p:grpSpPr>
        <p:sp>
          <p:nvSpPr>
            <p:cNvPr id="198" name="Google Shape;198;p13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13"/>
          <p:cNvSpPr txBox="1"/>
          <p:nvPr>
            <p:ph hasCustomPrompt="1" type="title"/>
          </p:nvPr>
        </p:nvSpPr>
        <p:spPr>
          <a:xfrm>
            <a:off x="720000" y="1477144"/>
            <a:ext cx="58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2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hasCustomPrompt="1" idx="2" type="title"/>
          </p:nvPr>
        </p:nvSpPr>
        <p:spPr>
          <a:xfrm>
            <a:off x="720000" y="2559450"/>
            <a:ext cx="58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/>
          <p:nvPr>
            <p:ph hasCustomPrompt="1" idx="3" type="title"/>
          </p:nvPr>
        </p:nvSpPr>
        <p:spPr>
          <a:xfrm>
            <a:off x="720000" y="3643300"/>
            <a:ext cx="586800" cy="85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idx="4"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13"/>
          <p:cNvSpPr txBox="1"/>
          <p:nvPr>
            <p:ph idx="1" type="subTitle"/>
          </p:nvPr>
        </p:nvSpPr>
        <p:spPr>
          <a:xfrm>
            <a:off x="1383000" y="1812200"/>
            <a:ext cx="2480700" cy="51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13"/>
          <p:cNvSpPr txBox="1"/>
          <p:nvPr>
            <p:ph idx="5" type="subTitle"/>
          </p:nvPr>
        </p:nvSpPr>
        <p:spPr>
          <a:xfrm>
            <a:off x="5345917" y="1810400"/>
            <a:ext cx="24807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13"/>
          <p:cNvSpPr txBox="1"/>
          <p:nvPr>
            <p:ph idx="6" type="subTitle"/>
          </p:nvPr>
        </p:nvSpPr>
        <p:spPr>
          <a:xfrm>
            <a:off x="5345900" y="2894708"/>
            <a:ext cx="24807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7" type="subTitle"/>
          </p:nvPr>
        </p:nvSpPr>
        <p:spPr>
          <a:xfrm>
            <a:off x="1382990" y="2894708"/>
            <a:ext cx="24807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hasCustomPrompt="1" idx="8" type="title"/>
          </p:nvPr>
        </p:nvSpPr>
        <p:spPr>
          <a:xfrm>
            <a:off x="4682900" y="2558422"/>
            <a:ext cx="586800" cy="85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3"/>
          <p:cNvSpPr txBox="1"/>
          <p:nvPr>
            <p:ph hasCustomPrompt="1" idx="9" type="title"/>
          </p:nvPr>
        </p:nvSpPr>
        <p:spPr>
          <a:xfrm>
            <a:off x="4682900" y="1473544"/>
            <a:ext cx="586800" cy="85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13"/>
          <p:cNvSpPr txBox="1"/>
          <p:nvPr>
            <p:ph idx="13" type="subTitle"/>
          </p:nvPr>
        </p:nvSpPr>
        <p:spPr>
          <a:xfrm>
            <a:off x="5345925" y="3979017"/>
            <a:ext cx="24807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13"/>
          <p:cNvSpPr txBox="1"/>
          <p:nvPr>
            <p:ph idx="14" type="subTitle"/>
          </p:nvPr>
        </p:nvSpPr>
        <p:spPr>
          <a:xfrm>
            <a:off x="1383031" y="3979017"/>
            <a:ext cx="24807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13"/>
          <p:cNvSpPr txBox="1"/>
          <p:nvPr>
            <p:ph hasCustomPrompt="1" idx="15" type="title"/>
          </p:nvPr>
        </p:nvSpPr>
        <p:spPr>
          <a:xfrm>
            <a:off x="4682900" y="3643300"/>
            <a:ext cx="586800" cy="859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3" name="Google Shape;213;p13"/>
          <p:cNvSpPr txBox="1"/>
          <p:nvPr>
            <p:ph idx="16" type="subTitle"/>
          </p:nvPr>
        </p:nvSpPr>
        <p:spPr>
          <a:xfrm>
            <a:off x="1383000" y="1475600"/>
            <a:ext cx="2480700" cy="416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" name="Google Shape;214;p13"/>
          <p:cNvSpPr txBox="1"/>
          <p:nvPr>
            <p:ph idx="17" type="subTitle"/>
          </p:nvPr>
        </p:nvSpPr>
        <p:spPr>
          <a:xfrm>
            <a:off x="5345925" y="1475600"/>
            <a:ext cx="24807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300">
                <a:solidFill>
                  <a:schemeClr val="lt1"/>
                </a:solidFill>
                <a:latin typeface="Exo 2 ExtraBold"/>
                <a:ea typeface="Exo 2 ExtraBold"/>
                <a:cs typeface="Exo 2 ExtraBold"/>
                <a:sym typeface="Ex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5" name="Google Shape;215;p13"/>
          <p:cNvSpPr txBox="1"/>
          <p:nvPr>
            <p:ph idx="18" type="subTitle"/>
          </p:nvPr>
        </p:nvSpPr>
        <p:spPr>
          <a:xfrm>
            <a:off x="5345900" y="2559450"/>
            <a:ext cx="24807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300">
                <a:solidFill>
                  <a:schemeClr val="lt1"/>
                </a:solidFill>
                <a:latin typeface="Exo 2 ExtraBold"/>
                <a:ea typeface="Exo 2 ExtraBold"/>
                <a:cs typeface="Exo 2 ExtraBold"/>
                <a:sym typeface="Ex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6" name="Google Shape;216;p13"/>
          <p:cNvSpPr txBox="1"/>
          <p:nvPr>
            <p:ph idx="19" type="subTitle"/>
          </p:nvPr>
        </p:nvSpPr>
        <p:spPr>
          <a:xfrm>
            <a:off x="1382990" y="2557200"/>
            <a:ext cx="24807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300">
                <a:solidFill>
                  <a:schemeClr val="lt1"/>
                </a:solidFill>
                <a:latin typeface="Exo 2 ExtraBold"/>
                <a:ea typeface="Exo 2 ExtraBold"/>
                <a:cs typeface="Exo 2 ExtraBold"/>
                <a:sym typeface="Ex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20" type="subTitle"/>
          </p:nvPr>
        </p:nvSpPr>
        <p:spPr>
          <a:xfrm>
            <a:off x="5345925" y="3643300"/>
            <a:ext cx="2480700" cy="4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300">
                <a:solidFill>
                  <a:schemeClr val="lt1"/>
                </a:solidFill>
                <a:latin typeface="Exo 2 ExtraBold"/>
                <a:ea typeface="Exo 2 ExtraBold"/>
                <a:cs typeface="Exo 2 ExtraBold"/>
                <a:sym typeface="Ex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21" type="subTitle"/>
          </p:nvPr>
        </p:nvSpPr>
        <p:spPr>
          <a:xfrm>
            <a:off x="1383025" y="3643300"/>
            <a:ext cx="24807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300">
                <a:solidFill>
                  <a:schemeClr val="lt1"/>
                </a:solidFill>
                <a:latin typeface="Exo 2 ExtraBold"/>
                <a:ea typeface="Exo 2 ExtraBold"/>
                <a:cs typeface="Exo 2 ExtraBold"/>
                <a:sym typeface="Ex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4"/>
          <p:cNvGrpSpPr/>
          <p:nvPr/>
        </p:nvGrpSpPr>
        <p:grpSpPr>
          <a:xfrm flipH="1" rot="-5400000">
            <a:off x="1938876" y="-33650"/>
            <a:ext cx="280800" cy="304800"/>
            <a:chOff x="94625" y="2750225"/>
            <a:chExt cx="280800" cy="304800"/>
          </a:xfrm>
        </p:grpSpPr>
        <p:cxnSp>
          <p:nvCxnSpPr>
            <p:cNvPr id="221" name="Google Shape;221;p14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4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4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4" name="Google Shape;224;p14"/>
          <p:cNvGrpSpPr/>
          <p:nvPr/>
        </p:nvGrpSpPr>
        <p:grpSpPr>
          <a:xfrm flipH="1" rot="5400000">
            <a:off x="-485834" y="1674495"/>
            <a:ext cx="1161786" cy="586719"/>
            <a:chOff x="1474549" y="307982"/>
            <a:chExt cx="916886" cy="463040"/>
          </a:xfrm>
        </p:grpSpPr>
        <p:sp>
          <p:nvSpPr>
            <p:cNvPr id="225" name="Google Shape;225;p14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14"/>
          <p:cNvGrpSpPr/>
          <p:nvPr/>
        </p:nvGrpSpPr>
        <p:grpSpPr>
          <a:xfrm flipH="1" rot="5400000">
            <a:off x="8150118" y="539789"/>
            <a:ext cx="689510" cy="128220"/>
            <a:chOff x="5242022" y="4487401"/>
            <a:chExt cx="689510" cy="128220"/>
          </a:xfrm>
        </p:grpSpPr>
        <p:sp>
          <p:nvSpPr>
            <p:cNvPr id="228" name="Google Shape;228;p14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14"/>
          <p:cNvSpPr/>
          <p:nvPr/>
        </p:nvSpPr>
        <p:spPr>
          <a:xfrm flipH="1">
            <a:off x="6068601" y="-2773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14"/>
          <p:cNvGrpSpPr/>
          <p:nvPr/>
        </p:nvGrpSpPr>
        <p:grpSpPr>
          <a:xfrm>
            <a:off x="800097" y="4400526"/>
            <a:ext cx="384706" cy="416076"/>
            <a:chOff x="7263072" y="493535"/>
            <a:chExt cx="440874" cy="476932"/>
          </a:xfrm>
        </p:grpSpPr>
        <p:sp>
          <p:nvSpPr>
            <p:cNvPr id="233" name="Google Shape;233;p14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14"/>
          <p:cNvSpPr/>
          <p:nvPr/>
        </p:nvSpPr>
        <p:spPr>
          <a:xfrm flipH="1">
            <a:off x="4419976" y="431517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 rot="-5400000">
            <a:off x="80825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14"/>
          <p:cNvGrpSpPr/>
          <p:nvPr/>
        </p:nvGrpSpPr>
        <p:grpSpPr>
          <a:xfrm flipH="1">
            <a:off x="8861573" y="2766375"/>
            <a:ext cx="280800" cy="304800"/>
            <a:chOff x="94625" y="2750225"/>
            <a:chExt cx="280800" cy="304800"/>
          </a:xfrm>
        </p:grpSpPr>
        <p:cxnSp>
          <p:nvCxnSpPr>
            <p:cNvPr id="240" name="Google Shape;240;p14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4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4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3" name="Google Shape;243;p14"/>
          <p:cNvSpPr txBox="1"/>
          <p:nvPr>
            <p:ph type="title"/>
          </p:nvPr>
        </p:nvSpPr>
        <p:spPr>
          <a:xfrm>
            <a:off x="1472400" y="3284938"/>
            <a:ext cx="47160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1" type="subTitle"/>
          </p:nvPr>
        </p:nvSpPr>
        <p:spPr>
          <a:xfrm>
            <a:off x="1472400" y="1082398"/>
            <a:ext cx="6199200" cy="197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5"/>
          <p:cNvGrpSpPr/>
          <p:nvPr/>
        </p:nvGrpSpPr>
        <p:grpSpPr>
          <a:xfrm flipH="1" rot="-5400000">
            <a:off x="1938876" y="-33650"/>
            <a:ext cx="280800" cy="304800"/>
            <a:chOff x="94625" y="2750225"/>
            <a:chExt cx="280800" cy="304800"/>
          </a:xfrm>
        </p:grpSpPr>
        <p:cxnSp>
          <p:nvCxnSpPr>
            <p:cNvPr id="247" name="Google Shape;247;p15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5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5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0" name="Google Shape;250;p15"/>
          <p:cNvGrpSpPr/>
          <p:nvPr/>
        </p:nvGrpSpPr>
        <p:grpSpPr>
          <a:xfrm flipH="1" rot="5400000">
            <a:off x="-541384" y="2139295"/>
            <a:ext cx="1161786" cy="586719"/>
            <a:chOff x="1474549" y="307982"/>
            <a:chExt cx="916886" cy="463040"/>
          </a:xfrm>
        </p:grpSpPr>
        <p:sp>
          <p:nvSpPr>
            <p:cNvPr id="251" name="Google Shape;251;p15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15"/>
          <p:cNvGrpSpPr/>
          <p:nvPr/>
        </p:nvGrpSpPr>
        <p:grpSpPr>
          <a:xfrm flipH="1" rot="5400000">
            <a:off x="8150118" y="539789"/>
            <a:ext cx="689510" cy="128220"/>
            <a:chOff x="5242022" y="4487401"/>
            <a:chExt cx="689510" cy="128220"/>
          </a:xfrm>
        </p:grpSpPr>
        <p:sp>
          <p:nvSpPr>
            <p:cNvPr id="254" name="Google Shape;254;p15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15"/>
          <p:cNvSpPr/>
          <p:nvPr/>
        </p:nvSpPr>
        <p:spPr>
          <a:xfrm flipH="1">
            <a:off x="6447401" y="-3276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15"/>
          <p:cNvGrpSpPr/>
          <p:nvPr/>
        </p:nvGrpSpPr>
        <p:grpSpPr>
          <a:xfrm flipH="1">
            <a:off x="8859727" y="4184475"/>
            <a:ext cx="280800" cy="304800"/>
            <a:chOff x="94625" y="2750225"/>
            <a:chExt cx="280800" cy="304800"/>
          </a:xfrm>
        </p:grpSpPr>
        <p:cxnSp>
          <p:nvCxnSpPr>
            <p:cNvPr id="259" name="Google Shape;259;p15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15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15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2" name="Google Shape;262;p15"/>
          <p:cNvSpPr/>
          <p:nvPr/>
        </p:nvSpPr>
        <p:spPr>
          <a:xfrm flipH="1">
            <a:off x="2015401" y="47961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 txBox="1"/>
          <p:nvPr>
            <p:ph type="title"/>
          </p:nvPr>
        </p:nvSpPr>
        <p:spPr>
          <a:xfrm>
            <a:off x="713213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b="1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9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6"/>
          <p:cNvGrpSpPr/>
          <p:nvPr/>
        </p:nvGrpSpPr>
        <p:grpSpPr>
          <a:xfrm flipH="1" rot="-5400000">
            <a:off x="1938876" y="-33650"/>
            <a:ext cx="280800" cy="304800"/>
            <a:chOff x="94625" y="2750225"/>
            <a:chExt cx="280800" cy="304800"/>
          </a:xfrm>
        </p:grpSpPr>
        <p:cxnSp>
          <p:nvCxnSpPr>
            <p:cNvPr id="266" name="Google Shape;266;p16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6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6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9" name="Google Shape;269;p16"/>
          <p:cNvGrpSpPr/>
          <p:nvPr/>
        </p:nvGrpSpPr>
        <p:grpSpPr>
          <a:xfrm flipH="1">
            <a:off x="368468" y="4796114"/>
            <a:ext cx="689510" cy="128220"/>
            <a:chOff x="5242022" y="4487401"/>
            <a:chExt cx="689510" cy="128220"/>
          </a:xfrm>
        </p:grpSpPr>
        <p:sp>
          <p:nvSpPr>
            <p:cNvPr id="270" name="Google Shape;270;p16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6"/>
          <p:cNvSpPr/>
          <p:nvPr/>
        </p:nvSpPr>
        <p:spPr>
          <a:xfrm flipH="1">
            <a:off x="6447401" y="-3276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4" name="Google Shape;274;p16"/>
          <p:cNvGrpSpPr/>
          <p:nvPr/>
        </p:nvGrpSpPr>
        <p:grpSpPr>
          <a:xfrm flipH="1">
            <a:off x="8859727" y="3114550"/>
            <a:ext cx="280800" cy="304800"/>
            <a:chOff x="94625" y="2750225"/>
            <a:chExt cx="280800" cy="304800"/>
          </a:xfrm>
        </p:grpSpPr>
        <p:cxnSp>
          <p:nvCxnSpPr>
            <p:cNvPr id="275" name="Google Shape;275;p16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6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8" name="Google Shape;278;p16"/>
          <p:cNvSpPr/>
          <p:nvPr/>
        </p:nvSpPr>
        <p:spPr>
          <a:xfrm flipH="1">
            <a:off x="-306624" y="29735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 rot="-5400000">
            <a:off x="80825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 txBox="1"/>
          <p:nvPr>
            <p:ph type="title"/>
          </p:nvPr>
        </p:nvSpPr>
        <p:spPr>
          <a:xfrm>
            <a:off x="713213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/>
          <p:nvPr>
            <p:ph idx="2" type="pic"/>
          </p:nvPr>
        </p:nvSpPr>
        <p:spPr>
          <a:xfrm>
            <a:off x="5903675" y="539500"/>
            <a:ext cx="2530800" cy="4064400"/>
          </a:xfrm>
          <a:prstGeom prst="round1Rect">
            <a:avLst>
              <a:gd fmla="val 50000" name="adj"/>
            </a:avLst>
          </a:prstGeom>
          <a:noFill/>
          <a:ln>
            <a:noFill/>
          </a:ln>
          <a:effectLst>
            <a:outerShdw blurRad="342900" rotWithShape="0" algn="bl" dir="4020000" dist="57150">
              <a:schemeClr val="dk1">
                <a:alpha val="54000"/>
              </a:schemeClr>
            </a:outerShdw>
          </a:effectLst>
        </p:spPr>
      </p:sp>
      <p:grpSp>
        <p:nvGrpSpPr>
          <p:cNvPr id="283" name="Google Shape;283;p17"/>
          <p:cNvGrpSpPr/>
          <p:nvPr/>
        </p:nvGrpSpPr>
        <p:grpSpPr>
          <a:xfrm rot="-5400000">
            <a:off x="8153819" y="820151"/>
            <a:ext cx="689510" cy="128220"/>
            <a:chOff x="5242022" y="4487401"/>
            <a:chExt cx="689510" cy="128220"/>
          </a:xfrm>
        </p:grpSpPr>
        <p:sp>
          <p:nvSpPr>
            <p:cNvPr id="284" name="Google Shape;284;p17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7"/>
          <p:cNvSpPr/>
          <p:nvPr/>
        </p:nvSpPr>
        <p:spPr>
          <a:xfrm flipH="1">
            <a:off x="8859054" y="40171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17"/>
          <p:cNvGrpSpPr/>
          <p:nvPr/>
        </p:nvGrpSpPr>
        <p:grpSpPr>
          <a:xfrm flipH="1" rot="10800000">
            <a:off x="4" y="731863"/>
            <a:ext cx="280800" cy="304800"/>
            <a:chOff x="94625" y="2750225"/>
            <a:chExt cx="280800" cy="304800"/>
          </a:xfrm>
        </p:grpSpPr>
        <p:cxnSp>
          <p:nvCxnSpPr>
            <p:cNvPr id="289" name="Google Shape;289;p17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0" name="Google Shape;290;p17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1" name="Google Shape;291;p17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2" name="Google Shape;292;p17"/>
          <p:cNvSpPr/>
          <p:nvPr/>
        </p:nvSpPr>
        <p:spPr>
          <a:xfrm flipH="1">
            <a:off x="3767254" y="-1916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 flipH="1" rot="5400000">
            <a:off x="491675" y="4276800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17"/>
          <p:cNvGrpSpPr/>
          <p:nvPr/>
        </p:nvGrpSpPr>
        <p:grpSpPr>
          <a:xfrm flipH="1" rot="-5400000">
            <a:off x="4431604" y="4850700"/>
            <a:ext cx="280800" cy="304800"/>
            <a:chOff x="94625" y="2750225"/>
            <a:chExt cx="280800" cy="304800"/>
          </a:xfrm>
        </p:grpSpPr>
        <p:cxnSp>
          <p:nvCxnSpPr>
            <p:cNvPr id="295" name="Google Shape;295;p17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7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7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8" name="Google Shape;298;p17"/>
          <p:cNvSpPr txBox="1"/>
          <p:nvPr>
            <p:ph type="title"/>
          </p:nvPr>
        </p:nvSpPr>
        <p:spPr>
          <a:xfrm>
            <a:off x="939750" y="822400"/>
            <a:ext cx="3943500" cy="11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17"/>
          <p:cNvSpPr txBox="1"/>
          <p:nvPr>
            <p:ph idx="1" type="body"/>
          </p:nvPr>
        </p:nvSpPr>
        <p:spPr>
          <a:xfrm>
            <a:off x="939750" y="2141000"/>
            <a:ext cx="3943500" cy="21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8"/>
          <p:cNvGrpSpPr/>
          <p:nvPr/>
        </p:nvGrpSpPr>
        <p:grpSpPr>
          <a:xfrm flipH="1">
            <a:off x="7925450" y="331458"/>
            <a:ext cx="384706" cy="416076"/>
            <a:chOff x="7263072" y="493535"/>
            <a:chExt cx="440874" cy="476932"/>
          </a:xfrm>
        </p:grpSpPr>
        <p:sp>
          <p:nvSpPr>
            <p:cNvPr id="302" name="Google Shape;302;p18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8"/>
          <p:cNvGrpSpPr/>
          <p:nvPr/>
        </p:nvGrpSpPr>
        <p:grpSpPr>
          <a:xfrm flipH="1" rot="10800000">
            <a:off x="3759730" y="-164011"/>
            <a:ext cx="1173436" cy="586719"/>
            <a:chOff x="1474549" y="307982"/>
            <a:chExt cx="926080" cy="463040"/>
          </a:xfrm>
        </p:grpSpPr>
        <p:sp>
          <p:nvSpPr>
            <p:cNvPr id="307" name="Google Shape;307;p18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8"/>
            <p:cNvSpPr/>
            <p:nvPr/>
          </p:nvSpPr>
          <p:spPr>
            <a:xfrm flipH="1">
              <a:off x="1937588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18"/>
          <p:cNvSpPr/>
          <p:nvPr/>
        </p:nvSpPr>
        <p:spPr>
          <a:xfrm flipH="1">
            <a:off x="8750400" y="38778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18"/>
          <p:cNvGrpSpPr/>
          <p:nvPr/>
        </p:nvGrpSpPr>
        <p:grpSpPr>
          <a:xfrm flipH="1">
            <a:off x="4" y="2913800"/>
            <a:ext cx="280800" cy="304800"/>
            <a:chOff x="94625" y="2750225"/>
            <a:chExt cx="280800" cy="304800"/>
          </a:xfrm>
        </p:grpSpPr>
        <p:cxnSp>
          <p:nvCxnSpPr>
            <p:cNvPr id="311" name="Google Shape;311;p18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p18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18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4" name="Google Shape;314;p18"/>
          <p:cNvSpPr/>
          <p:nvPr/>
        </p:nvSpPr>
        <p:spPr>
          <a:xfrm flipH="1">
            <a:off x="-255146" y="422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18"/>
          <p:cNvGrpSpPr/>
          <p:nvPr/>
        </p:nvGrpSpPr>
        <p:grpSpPr>
          <a:xfrm flipH="1" rot="-5400000">
            <a:off x="4952829" y="4850700"/>
            <a:ext cx="280800" cy="304800"/>
            <a:chOff x="94625" y="2750225"/>
            <a:chExt cx="280800" cy="304800"/>
          </a:xfrm>
        </p:grpSpPr>
        <p:cxnSp>
          <p:nvCxnSpPr>
            <p:cNvPr id="316" name="Google Shape;316;p18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8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8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9" name="Google Shape;319;p18"/>
          <p:cNvSpPr txBox="1"/>
          <p:nvPr>
            <p:ph type="title"/>
          </p:nvPr>
        </p:nvSpPr>
        <p:spPr>
          <a:xfrm>
            <a:off x="836300" y="1433907"/>
            <a:ext cx="3046500" cy="11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18"/>
          <p:cNvSpPr txBox="1"/>
          <p:nvPr>
            <p:ph idx="1" type="subTitle"/>
          </p:nvPr>
        </p:nvSpPr>
        <p:spPr>
          <a:xfrm>
            <a:off x="836300" y="2674002"/>
            <a:ext cx="3046500" cy="1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19"/>
          <p:cNvGrpSpPr/>
          <p:nvPr/>
        </p:nvGrpSpPr>
        <p:grpSpPr>
          <a:xfrm flipH="1">
            <a:off x="456775" y="1169858"/>
            <a:ext cx="384706" cy="416076"/>
            <a:chOff x="7263072" y="493535"/>
            <a:chExt cx="440874" cy="476932"/>
          </a:xfrm>
        </p:grpSpPr>
        <p:sp>
          <p:nvSpPr>
            <p:cNvPr id="323" name="Google Shape;323;p19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19"/>
          <p:cNvSpPr/>
          <p:nvPr/>
        </p:nvSpPr>
        <p:spPr>
          <a:xfrm flipH="1">
            <a:off x="5081079" y="478887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 flipH="1" rot="5400000">
            <a:off x="479250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 flipH="1" rot="-5400000">
            <a:off x="8412984" y="832854"/>
            <a:ext cx="1173436" cy="586719"/>
            <a:chOff x="1474549" y="307982"/>
            <a:chExt cx="926080" cy="463040"/>
          </a:xfrm>
        </p:grpSpPr>
        <p:sp>
          <p:nvSpPr>
            <p:cNvPr id="330" name="Google Shape;330;p19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 flipH="1">
              <a:off x="1937588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19"/>
          <p:cNvGrpSpPr/>
          <p:nvPr/>
        </p:nvGrpSpPr>
        <p:grpSpPr>
          <a:xfrm flipH="1" rot="-5400000">
            <a:off x="5093079" y="-12000"/>
            <a:ext cx="280800" cy="304800"/>
            <a:chOff x="94625" y="2750225"/>
            <a:chExt cx="280800" cy="304800"/>
          </a:xfrm>
        </p:grpSpPr>
        <p:cxnSp>
          <p:nvCxnSpPr>
            <p:cNvPr id="333" name="Google Shape;333;p19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" name="Google Shape;334;p19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5" name="Google Shape;335;p19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6" name="Google Shape;336;p19"/>
          <p:cNvSpPr/>
          <p:nvPr/>
        </p:nvSpPr>
        <p:spPr>
          <a:xfrm flipH="1">
            <a:off x="2234154" y="-2553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7" name="Google Shape;337;p19"/>
          <p:cNvGrpSpPr/>
          <p:nvPr/>
        </p:nvGrpSpPr>
        <p:grpSpPr>
          <a:xfrm rot="-5400000">
            <a:off x="8150119" y="4486164"/>
            <a:ext cx="689510" cy="128220"/>
            <a:chOff x="5242022" y="4487401"/>
            <a:chExt cx="689510" cy="128220"/>
          </a:xfrm>
        </p:grpSpPr>
        <p:sp>
          <p:nvSpPr>
            <p:cNvPr id="338" name="Google Shape;338;p19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19"/>
          <p:cNvSpPr txBox="1"/>
          <p:nvPr>
            <p:ph type="title"/>
          </p:nvPr>
        </p:nvSpPr>
        <p:spPr>
          <a:xfrm>
            <a:off x="5268950" y="1449750"/>
            <a:ext cx="3013800" cy="11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19"/>
          <p:cNvSpPr txBox="1"/>
          <p:nvPr>
            <p:ph idx="1" type="subTitle"/>
          </p:nvPr>
        </p:nvSpPr>
        <p:spPr>
          <a:xfrm>
            <a:off x="5268951" y="2670900"/>
            <a:ext cx="3013800" cy="1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"/>
          <p:cNvSpPr/>
          <p:nvPr/>
        </p:nvSpPr>
        <p:spPr>
          <a:xfrm flipH="1">
            <a:off x="5628576" y="4862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5" name="Google Shape;345;p20"/>
          <p:cNvGrpSpPr/>
          <p:nvPr/>
        </p:nvGrpSpPr>
        <p:grpSpPr>
          <a:xfrm flipH="1" rot="10800000">
            <a:off x="2" y="1740300"/>
            <a:ext cx="280800" cy="304800"/>
            <a:chOff x="94625" y="2750225"/>
            <a:chExt cx="280800" cy="304800"/>
          </a:xfrm>
        </p:grpSpPr>
        <p:cxnSp>
          <p:nvCxnSpPr>
            <p:cNvPr id="346" name="Google Shape;346;p20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20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20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9" name="Google Shape;349;p20"/>
          <p:cNvSpPr/>
          <p:nvPr/>
        </p:nvSpPr>
        <p:spPr>
          <a:xfrm flipH="1" rot="5400000">
            <a:off x="4889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 flipH="1">
            <a:off x="3312751" y="-285269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20"/>
          <p:cNvGrpSpPr/>
          <p:nvPr/>
        </p:nvGrpSpPr>
        <p:grpSpPr>
          <a:xfrm flipH="1" rot="-5400000">
            <a:off x="8436641" y="3734333"/>
            <a:ext cx="1161786" cy="586719"/>
            <a:chOff x="1474549" y="307982"/>
            <a:chExt cx="916886" cy="463040"/>
          </a:xfrm>
        </p:grpSpPr>
        <p:sp>
          <p:nvSpPr>
            <p:cNvPr id="352" name="Google Shape;352;p20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4" name="Google Shape;354;p20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0"/>
          <p:cNvSpPr txBox="1"/>
          <p:nvPr>
            <p:ph idx="1" type="body"/>
          </p:nvPr>
        </p:nvSpPr>
        <p:spPr>
          <a:xfrm>
            <a:off x="720000" y="1215750"/>
            <a:ext cx="7704000" cy="3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Nunito Light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21"/>
          <p:cNvGrpSpPr/>
          <p:nvPr/>
        </p:nvGrpSpPr>
        <p:grpSpPr>
          <a:xfrm rot="-5400000">
            <a:off x="8315319" y="475376"/>
            <a:ext cx="689510" cy="128220"/>
            <a:chOff x="5242022" y="4487401"/>
            <a:chExt cx="689510" cy="128220"/>
          </a:xfrm>
        </p:grpSpPr>
        <p:sp>
          <p:nvSpPr>
            <p:cNvPr id="358" name="Google Shape;358;p21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" name="Google Shape;361;p21"/>
          <p:cNvGrpSpPr/>
          <p:nvPr/>
        </p:nvGrpSpPr>
        <p:grpSpPr>
          <a:xfrm flipH="1" rot="5400000">
            <a:off x="-542991" y="2627642"/>
            <a:ext cx="1173436" cy="586719"/>
            <a:chOff x="1474549" y="307982"/>
            <a:chExt cx="926080" cy="463040"/>
          </a:xfrm>
        </p:grpSpPr>
        <p:sp>
          <p:nvSpPr>
            <p:cNvPr id="362" name="Google Shape;362;p21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 flipH="1">
              <a:off x="1937588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21"/>
          <p:cNvGrpSpPr/>
          <p:nvPr/>
        </p:nvGrpSpPr>
        <p:grpSpPr>
          <a:xfrm flipH="1" rot="-5400000">
            <a:off x="2191629" y="4850700"/>
            <a:ext cx="280800" cy="304800"/>
            <a:chOff x="94625" y="2750225"/>
            <a:chExt cx="280800" cy="304800"/>
          </a:xfrm>
        </p:grpSpPr>
        <p:cxnSp>
          <p:nvCxnSpPr>
            <p:cNvPr id="365" name="Google Shape;365;p21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21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21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8" name="Google Shape;368;p21"/>
          <p:cNvSpPr/>
          <p:nvPr/>
        </p:nvSpPr>
        <p:spPr>
          <a:xfrm flipH="1">
            <a:off x="7398154" y="48036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 flipH="1">
            <a:off x="4533079" y="-2553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 txBox="1"/>
          <p:nvPr>
            <p:ph type="title"/>
          </p:nvPr>
        </p:nvSpPr>
        <p:spPr>
          <a:xfrm>
            <a:off x="713213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1" name="Google Shape;371;p21"/>
          <p:cNvSpPr txBox="1"/>
          <p:nvPr>
            <p:ph idx="1" type="subTitle"/>
          </p:nvPr>
        </p:nvSpPr>
        <p:spPr>
          <a:xfrm>
            <a:off x="2789225" y="1958919"/>
            <a:ext cx="25677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21"/>
          <p:cNvSpPr txBox="1"/>
          <p:nvPr>
            <p:ph idx="2" type="subTitle"/>
          </p:nvPr>
        </p:nvSpPr>
        <p:spPr>
          <a:xfrm>
            <a:off x="3787075" y="3631813"/>
            <a:ext cx="2567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21"/>
          <p:cNvSpPr txBox="1"/>
          <p:nvPr>
            <p:ph idx="3" type="subTitle"/>
          </p:nvPr>
        </p:nvSpPr>
        <p:spPr>
          <a:xfrm>
            <a:off x="2789225" y="1502575"/>
            <a:ext cx="25677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Exo 2 ExtraBold"/>
                <a:ea typeface="Exo 2 ExtraBold"/>
                <a:cs typeface="Exo 2 ExtraBold"/>
                <a:sym typeface="Ex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4" name="Google Shape;374;p21"/>
          <p:cNvSpPr txBox="1"/>
          <p:nvPr>
            <p:ph idx="4" type="subTitle"/>
          </p:nvPr>
        </p:nvSpPr>
        <p:spPr>
          <a:xfrm>
            <a:off x="3787075" y="3178489"/>
            <a:ext cx="256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Exo 2 ExtraBold"/>
                <a:ea typeface="Exo 2 ExtraBold"/>
                <a:cs typeface="Exo 2 ExtraBold"/>
                <a:sym typeface="Ex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2"/>
          <p:cNvGrpSpPr/>
          <p:nvPr/>
        </p:nvGrpSpPr>
        <p:grpSpPr>
          <a:xfrm flipH="1">
            <a:off x="8238425" y="331458"/>
            <a:ext cx="384706" cy="416076"/>
            <a:chOff x="7263072" y="493535"/>
            <a:chExt cx="440874" cy="476932"/>
          </a:xfrm>
        </p:grpSpPr>
        <p:sp>
          <p:nvSpPr>
            <p:cNvPr id="377" name="Google Shape;377;p22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1" name="Google Shape;381;p22"/>
          <p:cNvSpPr/>
          <p:nvPr/>
        </p:nvSpPr>
        <p:spPr>
          <a:xfrm flipH="1">
            <a:off x="4172254" y="-2553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 flipH="1" rot="5400000">
            <a:off x="479250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3" name="Google Shape;383;p22"/>
          <p:cNvGrpSpPr/>
          <p:nvPr/>
        </p:nvGrpSpPr>
        <p:grpSpPr>
          <a:xfrm flipH="1" rot="-5400000">
            <a:off x="8389534" y="1973167"/>
            <a:ext cx="1173436" cy="586719"/>
            <a:chOff x="1474549" y="307982"/>
            <a:chExt cx="926080" cy="463040"/>
          </a:xfrm>
        </p:grpSpPr>
        <p:sp>
          <p:nvSpPr>
            <p:cNvPr id="384" name="Google Shape;384;p22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 flipH="1">
              <a:off x="1937588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6" name="Google Shape;386;p22"/>
          <p:cNvSpPr/>
          <p:nvPr/>
        </p:nvSpPr>
        <p:spPr>
          <a:xfrm flipH="1">
            <a:off x="7125029" y="48432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7" name="Google Shape;387;p22"/>
          <p:cNvGrpSpPr/>
          <p:nvPr/>
        </p:nvGrpSpPr>
        <p:grpSpPr>
          <a:xfrm flipH="1" rot="-5400000">
            <a:off x="3585154" y="4850700"/>
            <a:ext cx="280800" cy="304800"/>
            <a:chOff x="94625" y="2750225"/>
            <a:chExt cx="280800" cy="304800"/>
          </a:xfrm>
        </p:grpSpPr>
        <p:cxnSp>
          <p:nvCxnSpPr>
            <p:cNvPr id="388" name="Google Shape;388;p22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22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22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1" name="Google Shape;391;p22"/>
          <p:cNvGrpSpPr/>
          <p:nvPr/>
        </p:nvGrpSpPr>
        <p:grpSpPr>
          <a:xfrm flipH="1" rot="10800000">
            <a:off x="4" y="1848175"/>
            <a:ext cx="280800" cy="304800"/>
            <a:chOff x="94625" y="2750225"/>
            <a:chExt cx="280800" cy="304800"/>
          </a:xfrm>
        </p:grpSpPr>
        <p:cxnSp>
          <p:nvCxnSpPr>
            <p:cNvPr id="392" name="Google Shape;392;p22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22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22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5" name="Google Shape;395;p22"/>
          <p:cNvSpPr txBox="1"/>
          <p:nvPr>
            <p:ph type="title"/>
          </p:nvPr>
        </p:nvSpPr>
        <p:spPr>
          <a:xfrm>
            <a:off x="713213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22"/>
          <p:cNvSpPr txBox="1"/>
          <p:nvPr>
            <p:ph idx="1" type="subTitle"/>
          </p:nvPr>
        </p:nvSpPr>
        <p:spPr>
          <a:xfrm>
            <a:off x="713225" y="1479975"/>
            <a:ext cx="3546000" cy="26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22"/>
          <p:cNvSpPr txBox="1"/>
          <p:nvPr>
            <p:ph idx="2" type="subTitle"/>
          </p:nvPr>
        </p:nvSpPr>
        <p:spPr>
          <a:xfrm>
            <a:off x="4517700" y="1486690"/>
            <a:ext cx="3546000" cy="26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23"/>
          <p:cNvGrpSpPr/>
          <p:nvPr/>
        </p:nvGrpSpPr>
        <p:grpSpPr>
          <a:xfrm rot="-5400000">
            <a:off x="8447449" y="1175445"/>
            <a:ext cx="1161786" cy="586719"/>
            <a:chOff x="1474549" y="307982"/>
            <a:chExt cx="916886" cy="463040"/>
          </a:xfrm>
        </p:grpSpPr>
        <p:sp>
          <p:nvSpPr>
            <p:cNvPr id="400" name="Google Shape;400;p23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23"/>
          <p:cNvGrpSpPr/>
          <p:nvPr/>
        </p:nvGrpSpPr>
        <p:grpSpPr>
          <a:xfrm rot="-5400000">
            <a:off x="147" y="944089"/>
            <a:ext cx="689510" cy="128220"/>
            <a:chOff x="5242022" y="4487401"/>
            <a:chExt cx="689510" cy="128220"/>
          </a:xfrm>
        </p:grpSpPr>
        <p:sp>
          <p:nvSpPr>
            <p:cNvPr id="403" name="Google Shape;403;p23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23"/>
          <p:cNvSpPr/>
          <p:nvPr/>
        </p:nvSpPr>
        <p:spPr>
          <a:xfrm>
            <a:off x="769775" y="48432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4114800" y="-3276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 rot="-5400000">
            <a:off x="80825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23"/>
          <p:cNvGrpSpPr/>
          <p:nvPr/>
        </p:nvGrpSpPr>
        <p:grpSpPr>
          <a:xfrm>
            <a:off x="0" y="3649125"/>
            <a:ext cx="280800" cy="304800"/>
            <a:chOff x="94625" y="2750225"/>
            <a:chExt cx="280800" cy="304800"/>
          </a:xfrm>
        </p:grpSpPr>
        <p:cxnSp>
          <p:nvCxnSpPr>
            <p:cNvPr id="410" name="Google Shape;410;p23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23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23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3" name="Google Shape;413;p23"/>
          <p:cNvGrpSpPr/>
          <p:nvPr/>
        </p:nvGrpSpPr>
        <p:grpSpPr>
          <a:xfrm rot="5400000">
            <a:off x="7102025" y="-33650"/>
            <a:ext cx="280800" cy="304800"/>
            <a:chOff x="94625" y="2750225"/>
            <a:chExt cx="280800" cy="304800"/>
          </a:xfrm>
        </p:grpSpPr>
        <p:cxnSp>
          <p:nvCxnSpPr>
            <p:cNvPr id="414" name="Google Shape;414;p23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23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23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7" name="Google Shape;417;p2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23"/>
          <p:cNvSpPr txBox="1"/>
          <p:nvPr>
            <p:ph idx="1" type="subTitle"/>
          </p:nvPr>
        </p:nvSpPr>
        <p:spPr>
          <a:xfrm>
            <a:off x="880975" y="1663820"/>
            <a:ext cx="74595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23"/>
          <p:cNvSpPr txBox="1"/>
          <p:nvPr>
            <p:ph idx="2" type="subTitle"/>
          </p:nvPr>
        </p:nvSpPr>
        <p:spPr>
          <a:xfrm>
            <a:off x="880975" y="2809760"/>
            <a:ext cx="7459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3"/>
          <p:cNvSpPr txBox="1"/>
          <p:nvPr>
            <p:ph idx="3" type="subTitle"/>
          </p:nvPr>
        </p:nvSpPr>
        <p:spPr>
          <a:xfrm>
            <a:off x="880975" y="3953000"/>
            <a:ext cx="7459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1" name="Google Shape;421;p23"/>
          <p:cNvSpPr txBox="1"/>
          <p:nvPr>
            <p:ph idx="4" type="subTitle"/>
          </p:nvPr>
        </p:nvSpPr>
        <p:spPr>
          <a:xfrm>
            <a:off x="880975" y="1203600"/>
            <a:ext cx="7459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2" name="Google Shape;422;p23"/>
          <p:cNvSpPr txBox="1"/>
          <p:nvPr>
            <p:ph idx="5" type="subTitle"/>
          </p:nvPr>
        </p:nvSpPr>
        <p:spPr>
          <a:xfrm>
            <a:off x="880975" y="2351050"/>
            <a:ext cx="7459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3" name="Google Shape;423;p23"/>
          <p:cNvSpPr txBox="1"/>
          <p:nvPr>
            <p:ph idx="6" type="subTitle"/>
          </p:nvPr>
        </p:nvSpPr>
        <p:spPr>
          <a:xfrm>
            <a:off x="880975" y="3495800"/>
            <a:ext cx="7459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24"/>
          <p:cNvGrpSpPr/>
          <p:nvPr/>
        </p:nvGrpSpPr>
        <p:grpSpPr>
          <a:xfrm flipH="1" rot="10800000">
            <a:off x="7268991" y="-141705"/>
            <a:ext cx="1161786" cy="586719"/>
            <a:chOff x="1474549" y="307982"/>
            <a:chExt cx="916886" cy="463040"/>
          </a:xfrm>
        </p:grpSpPr>
        <p:sp>
          <p:nvSpPr>
            <p:cNvPr id="426" name="Google Shape;426;p24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p24"/>
          <p:cNvGrpSpPr/>
          <p:nvPr/>
        </p:nvGrpSpPr>
        <p:grpSpPr>
          <a:xfrm flipH="1" rot="5400000">
            <a:off x="8150118" y="4544464"/>
            <a:ext cx="689510" cy="128220"/>
            <a:chOff x="5242022" y="4487401"/>
            <a:chExt cx="689510" cy="128220"/>
          </a:xfrm>
        </p:grpSpPr>
        <p:sp>
          <p:nvSpPr>
            <p:cNvPr id="429" name="Google Shape;429;p24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p24"/>
          <p:cNvSpPr/>
          <p:nvPr/>
        </p:nvSpPr>
        <p:spPr>
          <a:xfrm flipH="1">
            <a:off x="830676" y="-3018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4"/>
          <p:cNvSpPr/>
          <p:nvPr/>
        </p:nvSpPr>
        <p:spPr>
          <a:xfrm flipH="1" rot="5400000">
            <a:off x="507160" y="42555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" name="Google Shape;434;p24"/>
          <p:cNvGrpSpPr/>
          <p:nvPr/>
        </p:nvGrpSpPr>
        <p:grpSpPr>
          <a:xfrm flipH="1" rot="5400000">
            <a:off x="4244852" y="4850700"/>
            <a:ext cx="280800" cy="304800"/>
            <a:chOff x="94625" y="2750225"/>
            <a:chExt cx="280800" cy="304800"/>
          </a:xfrm>
        </p:grpSpPr>
        <p:cxnSp>
          <p:nvCxnSpPr>
            <p:cNvPr id="435" name="Google Shape;435;p24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24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24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8" name="Google Shape;438;p24"/>
          <p:cNvSpPr/>
          <p:nvPr/>
        </p:nvSpPr>
        <p:spPr>
          <a:xfrm flipH="1">
            <a:off x="8842601" y="22254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9" name="Google Shape;439;p24"/>
          <p:cNvGrpSpPr/>
          <p:nvPr/>
        </p:nvGrpSpPr>
        <p:grpSpPr>
          <a:xfrm flipH="1" rot="10800000">
            <a:off x="2" y="1920650"/>
            <a:ext cx="280800" cy="304800"/>
            <a:chOff x="94625" y="2750225"/>
            <a:chExt cx="280800" cy="304800"/>
          </a:xfrm>
        </p:grpSpPr>
        <p:cxnSp>
          <p:nvCxnSpPr>
            <p:cNvPr id="440" name="Google Shape;440;p24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24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24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3" name="Google Shape;443;p2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4" name="Google Shape;444;p24"/>
          <p:cNvSpPr txBox="1"/>
          <p:nvPr>
            <p:ph idx="1" type="subTitle"/>
          </p:nvPr>
        </p:nvSpPr>
        <p:spPr>
          <a:xfrm>
            <a:off x="720025" y="2801838"/>
            <a:ext cx="25350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5" name="Google Shape;445;p24"/>
          <p:cNvSpPr txBox="1"/>
          <p:nvPr>
            <p:ph idx="2" type="subTitle"/>
          </p:nvPr>
        </p:nvSpPr>
        <p:spPr>
          <a:xfrm>
            <a:off x="3304501" y="2801856"/>
            <a:ext cx="25350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24"/>
          <p:cNvSpPr txBox="1"/>
          <p:nvPr>
            <p:ph idx="3" type="subTitle"/>
          </p:nvPr>
        </p:nvSpPr>
        <p:spPr>
          <a:xfrm>
            <a:off x="5888975" y="2801625"/>
            <a:ext cx="25350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24"/>
          <p:cNvSpPr txBox="1"/>
          <p:nvPr>
            <p:ph idx="4" type="subTitle"/>
          </p:nvPr>
        </p:nvSpPr>
        <p:spPr>
          <a:xfrm>
            <a:off x="720026" y="2374125"/>
            <a:ext cx="25350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24"/>
          <p:cNvSpPr txBox="1"/>
          <p:nvPr>
            <p:ph idx="5" type="subTitle"/>
          </p:nvPr>
        </p:nvSpPr>
        <p:spPr>
          <a:xfrm>
            <a:off x="3304499" y="2374125"/>
            <a:ext cx="25350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9" name="Google Shape;449;p24"/>
          <p:cNvSpPr txBox="1"/>
          <p:nvPr>
            <p:ph idx="6" type="subTitle"/>
          </p:nvPr>
        </p:nvSpPr>
        <p:spPr>
          <a:xfrm>
            <a:off x="5888971" y="2374125"/>
            <a:ext cx="25350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25"/>
          <p:cNvGrpSpPr/>
          <p:nvPr/>
        </p:nvGrpSpPr>
        <p:grpSpPr>
          <a:xfrm flipH="1" rot="10800000">
            <a:off x="2672141" y="-237680"/>
            <a:ext cx="1161786" cy="586719"/>
            <a:chOff x="1474549" y="307982"/>
            <a:chExt cx="916886" cy="463040"/>
          </a:xfrm>
        </p:grpSpPr>
        <p:sp>
          <p:nvSpPr>
            <p:cNvPr id="452" name="Google Shape;452;p25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5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25"/>
          <p:cNvGrpSpPr/>
          <p:nvPr/>
        </p:nvGrpSpPr>
        <p:grpSpPr>
          <a:xfrm flipH="1" rot="5400000">
            <a:off x="4244852" y="4850700"/>
            <a:ext cx="280800" cy="304800"/>
            <a:chOff x="94625" y="2750225"/>
            <a:chExt cx="280800" cy="304800"/>
          </a:xfrm>
        </p:grpSpPr>
        <p:cxnSp>
          <p:nvCxnSpPr>
            <p:cNvPr id="455" name="Google Shape;455;p25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25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25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8" name="Google Shape;458;p25"/>
          <p:cNvSpPr/>
          <p:nvPr/>
        </p:nvSpPr>
        <p:spPr>
          <a:xfrm flipH="1">
            <a:off x="779151" y="4862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9" name="Google Shape;459;p25"/>
          <p:cNvGrpSpPr/>
          <p:nvPr/>
        </p:nvGrpSpPr>
        <p:grpSpPr>
          <a:xfrm flipH="1" rot="10800000">
            <a:off x="2" y="1740300"/>
            <a:ext cx="280800" cy="304800"/>
            <a:chOff x="94625" y="2750225"/>
            <a:chExt cx="280800" cy="304800"/>
          </a:xfrm>
        </p:grpSpPr>
        <p:cxnSp>
          <p:nvCxnSpPr>
            <p:cNvPr id="460" name="Google Shape;460;p25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25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25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3" name="Google Shape;463;p25"/>
          <p:cNvSpPr/>
          <p:nvPr/>
        </p:nvSpPr>
        <p:spPr>
          <a:xfrm flipH="1">
            <a:off x="8827201" y="198607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25"/>
          <p:cNvGrpSpPr/>
          <p:nvPr/>
        </p:nvGrpSpPr>
        <p:grpSpPr>
          <a:xfrm>
            <a:off x="8238422" y="624270"/>
            <a:ext cx="384706" cy="416076"/>
            <a:chOff x="7263072" y="493535"/>
            <a:chExt cx="440874" cy="476932"/>
          </a:xfrm>
        </p:grpSpPr>
        <p:sp>
          <p:nvSpPr>
            <p:cNvPr id="465" name="Google Shape;465;p25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5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5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5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9" name="Google Shape;469;p25"/>
          <p:cNvSpPr/>
          <p:nvPr/>
        </p:nvSpPr>
        <p:spPr>
          <a:xfrm rot="-5400000">
            <a:off x="8082554" y="42573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1" name="Google Shape;471;p25"/>
          <p:cNvSpPr txBox="1"/>
          <p:nvPr>
            <p:ph idx="1" type="subTitle"/>
          </p:nvPr>
        </p:nvSpPr>
        <p:spPr>
          <a:xfrm>
            <a:off x="720000" y="1892700"/>
            <a:ext cx="2759100" cy="8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2" name="Google Shape;472;p25"/>
          <p:cNvSpPr txBox="1"/>
          <p:nvPr>
            <p:ph idx="2" type="subTitle"/>
          </p:nvPr>
        </p:nvSpPr>
        <p:spPr>
          <a:xfrm>
            <a:off x="3886424" y="1892700"/>
            <a:ext cx="2759100" cy="8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25"/>
          <p:cNvSpPr txBox="1"/>
          <p:nvPr>
            <p:ph idx="3" type="subTitle"/>
          </p:nvPr>
        </p:nvSpPr>
        <p:spPr>
          <a:xfrm>
            <a:off x="720000" y="3334050"/>
            <a:ext cx="2759100" cy="8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4" name="Google Shape;474;p25"/>
          <p:cNvSpPr txBox="1"/>
          <p:nvPr>
            <p:ph idx="4" type="subTitle"/>
          </p:nvPr>
        </p:nvSpPr>
        <p:spPr>
          <a:xfrm>
            <a:off x="3886424" y="3334050"/>
            <a:ext cx="2759100" cy="8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5" name="Google Shape;475;p25"/>
          <p:cNvSpPr txBox="1"/>
          <p:nvPr>
            <p:ph idx="5" type="subTitle"/>
          </p:nvPr>
        </p:nvSpPr>
        <p:spPr>
          <a:xfrm>
            <a:off x="720000" y="1587900"/>
            <a:ext cx="2759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6" name="Google Shape;476;p25"/>
          <p:cNvSpPr txBox="1"/>
          <p:nvPr>
            <p:ph idx="6" type="subTitle"/>
          </p:nvPr>
        </p:nvSpPr>
        <p:spPr>
          <a:xfrm>
            <a:off x="3886437" y="1587900"/>
            <a:ext cx="2759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7" name="Google Shape;477;p25"/>
          <p:cNvSpPr txBox="1"/>
          <p:nvPr>
            <p:ph idx="7" type="subTitle"/>
          </p:nvPr>
        </p:nvSpPr>
        <p:spPr>
          <a:xfrm>
            <a:off x="720001" y="3029250"/>
            <a:ext cx="2759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8" name="Google Shape;478;p25"/>
          <p:cNvSpPr txBox="1"/>
          <p:nvPr>
            <p:ph idx="8" type="subTitle"/>
          </p:nvPr>
        </p:nvSpPr>
        <p:spPr>
          <a:xfrm>
            <a:off x="3886429" y="3029250"/>
            <a:ext cx="2759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26"/>
          <p:cNvGrpSpPr/>
          <p:nvPr/>
        </p:nvGrpSpPr>
        <p:grpSpPr>
          <a:xfrm rot="5400000">
            <a:off x="4992475" y="-12000"/>
            <a:ext cx="280800" cy="304800"/>
            <a:chOff x="94625" y="2750225"/>
            <a:chExt cx="280800" cy="304800"/>
          </a:xfrm>
        </p:grpSpPr>
        <p:cxnSp>
          <p:nvCxnSpPr>
            <p:cNvPr id="481" name="Google Shape;481;p26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6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6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84" name="Google Shape;484;p26"/>
          <p:cNvGrpSpPr/>
          <p:nvPr/>
        </p:nvGrpSpPr>
        <p:grpSpPr>
          <a:xfrm rot="-5400000">
            <a:off x="8269746" y="2417517"/>
            <a:ext cx="1161786" cy="586719"/>
            <a:chOff x="1474549" y="307982"/>
            <a:chExt cx="916886" cy="463040"/>
          </a:xfrm>
        </p:grpSpPr>
        <p:sp>
          <p:nvSpPr>
            <p:cNvPr id="485" name="Google Shape;485;p26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6"/>
          <p:cNvGrpSpPr/>
          <p:nvPr/>
        </p:nvGrpSpPr>
        <p:grpSpPr>
          <a:xfrm>
            <a:off x="8417222" y="556270"/>
            <a:ext cx="384706" cy="416076"/>
            <a:chOff x="7263072" y="493535"/>
            <a:chExt cx="440874" cy="476932"/>
          </a:xfrm>
        </p:grpSpPr>
        <p:sp>
          <p:nvSpPr>
            <p:cNvPr id="488" name="Google Shape;488;p26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26"/>
          <p:cNvSpPr/>
          <p:nvPr/>
        </p:nvSpPr>
        <p:spPr>
          <a:xfrm>
            <a:off x="4198900" y="4828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6"/>
          <p:cNvSpPr/>
          <p:nvPr/>
        </p:nvSpPr>
        <p:spPr>
          <a:xfrm>
            <a:off x="-170750" y="28034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4" name="Google Shape;494;p26"/>
          <p:cNvGrpSpPr/>
          <p:nvPr/>
        </p:nvGrpSpPr>
        <p:grpSpPr>
          <a:xfrm>
            <a:off x="713222" y="4778339"/>
            <a:ext cx="689510" cy="128220"/>
            <a:chOff x="5242022" y="4487401"/>
            <a:chExt cx="689510" cy="128220"/>
          </a:xfrm>
        </p:grpSpPr>
        <p:sp>
          <p:nvSpPr>
            <p:cNvPr id="495" name="Google Shape;495;p26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8" name="Google Shape;498;p2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9" name="Google Shape;499;p26"/>
          <p:cNvSpPr txBox="1"/>
          <p:nvPr>
            <p:ph idx="1" type="subTitle"/>
          </p:nvPr>
        </p:nvSpPr>
        <p:spPr>
          <a:xfrm>
            <a:off x="720000" y="3364450"/>
            <a:ext cx="2175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0" name="Google Shape;500;p26"/>
          <p:cNvSpPr txBox="1"/>
          <p:nvPr>
            <p:ph idx="2" type="subTitle"/>
          </p:nvPr>
        </p:nvSpPr>
        <p:spPr>
          <a:xfrm>
            <a:off x="3419122" y="3364450"/>
            <a:ext cx="2175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1" name="Google Shape;501;p26"/>
          <p:cNvSpPr txBox="1"/>
          <p:nvPr>
            <p:ph idx="3" type="subTitle"/>
          </p:nvPr>
        </p:nvSpPr>
        <p:spPr>
          <a:xfrm>
            <a:off x="6118250" y="3364450"/>
            <a:ext cx="2175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2" name="Google Shape;502;p26"/>
          <p:cNvSpPr txBox="1"/>
          <p:nvPr>
            <p:ph idx="4" type="subTitle"/>
          </p:nvPr>
        </p:nvSpPr>
        <p:spPr>
          <a:xfrm>
            <a:off x="720000" y="299875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3" name="Google Shape;503;p26"/>
          <p:cNvSpPr txBox="1"/>
          <p:nvPr>
            <p:ph idx="5" type="subTitle"/>
          </p:nvPr>
        </p:nvSpPr>
        <p:spPr>
          <a:xfrm>
            <a:off x="3419122" y="299875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4" name="Google Shape;504;p26"/>
          <p:cNvSpPr txBox="1"/>
          <p:nvPr>
            <p:ph idx="6" type="subTitle"/>
          </p:nvPr>
        </p:nvSpPr>
        <p:spPr>
          <a:xfrm>
            <a:off x="6118250" y="299875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5" name="Google Shape;505;p26"/>
          <p:cNvSpPr txBox="1"/>
          <p:nvPr>
            <p:ph idx="7" type="subTitle"/>
          </p:nvPr>
        </p:nvSpPr>
        <p:spPr>
          <a:xfrm>
            <a:off x="720000" y="1964400"/>
            <a:ext cx="2175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6" name="Google Shape;506;p26"/>
          <p:cNvSpPr txBox="1"/>
          <p:nvPr>
            <p:ph idx="8" type="subTitle"/>
          </p:nvPr>
        </p:nvSpPr>
        <p:spPr>
          <a:xfrm>
            <a:off x="3419122" y="1964400"/>
            <a:ext cx="2175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7" name="Google Shape;507;p26"/>
          <p:cNvSpPr txBox="1"/>
          <p:nvPr>
            <p:ph idx="9" type="subTitle"/>
          </p:nvPr>
        </p:nvSpPr>
        <p:spPr>
          <a:xfrm>
            <a:off x="6118250" y="1964400"/>
            <a:ext cx="21753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8" name="Google Shape;508;p26"/>
          <p:cNvSpPr txBox="1"/>
          <p:nvPr>
            <p:ph idx="13" type="subTitle"/>
          </p:nvPr>
        </p:nvSpPr>
        <p:spPr>
          <a:xfrm>
            <a:off x="720000" y="159870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9" name="Google Shape;509;p26"/>
          <p:cNvSpPr txBox="1"/>
          <p:nvPr>
            <p:ph idx="14" type="subTitle"/>
          </p:nvPr>
        </p:nvSpPr>
        <p:spPr>
          <a:xfrm>
            <a:off x="3419122" y="159870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0" name="Google Shape;510;p26"/>
          <p:cNvSpPr txBox="1"/>
          <p:nvPr>
            <p:ph idx="15" type="subTitle"/>
          </p:nvPr>
        </p:nvSpPr>
        <p:spPr>
          <a:xfrm>
            <a:off x="6118250" y="1598700"/>
            <a:ext cx="2175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b="1" sz="2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Bebas Neue"/>
              <a:buNone/>
              <a:defRPr sz="2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/>
        </p:nvSpPr>
        <p:spPr>
          <a:xfrm flipH="1">
            <a:off x="2059079" y="4862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7"/>
          <p:cNvSpPr/>
          <p:nvPr/>
        </p:nvSpPr>
        <p:spPr>
          <a:xfrm flipH="1">
            <a:off x="4847354" y="-2553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7"/>
          <p:cNvSpPr/>
          <p:nvPr/>
        </p:nvSpPr>
        <p:spPr>
          <a:xfrm flipH="1">
            <a:off x="-363621" y="14629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7"/>
          <p:cNvGrpSpPr/>
          <p:nvPr/>
        </p:nvGrpSpPr>
        <p:grpSpPr>
          <a:xfrm flipH="1" rot="-5400000">
            <a:off x="835141" y="-12000"/>
            <a:ext cx="280800" cy="304800"/>
            <a:chOff x="94625" y="2750225"/>
            <a:chExt cx="280800" cy="304800"/>
          </a:xfrm>
        </p:grpSpPr>
        <p:cxnSp>
          <p:nvCxnSpPr>
            <p:cNvPr id="516" name="Google Shape;516;p27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7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7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19" name="Google Shape;519;p27"/>
          <p:cNvGrpSpPr/>
          <p:nvPr/>
        </p:nvGrpSpPr>
        <p:grpSpPr>
          <a:xfrm flipH="1">
            <a:off x="8863191" y="4299925"/>
            <a:ext cx="280800" cy="304800"/>
            <a:chOff x="94625" y="2750225"/>
            <a:chExt cx="280800" cy="304800"/>
          </a:xfrm>
        </p:grpSpPr>
        <p:cxnSp>
          <p:nvCxnSpPr>
            <p:cNvPr id="520" name="Google Shape;520;p27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7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2" name="Google Shape;522;p27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3" name="Google Shape;523;p27"/>
          <p:cNvSpPr/>
          <p:nvPr>
            <p:ph idx="2" type="pic"/>
          </p:nvPr>
        </p:nvSpPr>
        <p:spPr>
          <a:xfrm>
            <a:off x="5903675" y="539500"/>
            <a:ext cx="2530800" cy="4064400"/>
          </a:xfrm>
          <a:prstGeom prst="round1Rect">
            <a:avLst>
              <a:gd fmla="val 50000" name="adj"/>
            </a:avLst>
          </a:prstGeom>
          <a:noFill/>
          <a:ln>
            <a:noFill/>
          </a:ln>
          <a:effectLst>
            <a:outerShdw blurRad="342900" rotWithShape="0" algn="bl" dir="4020000" dist="57150">
              <a:schemeClr val="dk1">
                <a:alpha val="54000"/>
              </a:schemeClr>
            </a:outerShdw>
          </a:effectLst>
        </p:spPr>
      </p:sp>
      <p:sp>
        <p:nvSpPr>
          <p:cNvPr id="524" name="Google Shape;524;p27"/>
          <p:cNvSpPr txBox="1"/>
          <p:nvPr/>
        </p:nvSpPr>
        <p:spPr>
          <a:xfrm>
            <a:off x="713225" y="3566150"/>
            <a:ext cx="4700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CREDITS:</a:t>
            </a:r>
            <a:r>
              <a:rPr lang="en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This presentation template was created by </a:t>
            </a:r>
            <a:r>
              <a:rPr b="1" lang="en" sz="1200" u="sng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, and includes icons by </a:t>
            </a:r>
            <a:r>
              <a:rPr b="1" lang="en" sz="1200" u="sng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, and infographics &amp; images by </a:t>
            </a:r>
            <a:r>
              <a:rPr b="1" lang="en" sz="1200" u="sng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1200" u="sng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25" name="Google Shape;525;p27"/>
          <p:cNvSpPr txBox="1"/>
          <p:nvPr>
            <p:ph type="title"/>
          </p:nvPr>
        </p:nvSpPr>
        <p:spPr>
          <a:xfrm>
            <a:off x="713225" y="584400"/>
            <a:ext cx="4700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8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6" name="Google Shape;526;p27"/>
          <p:cNvSpPr txBox="1"/>
          <p:nvPr>
            <p:ph idx="1" type="subTitle"/>
          </p:nvPr>
        </p:nvSpPr>
        <p:spPr>
          <a:xfrm>
            <a:off x="713225" y="1744575"/>
            <a:ext cx="47004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28"/>
          <p:cNvGrpSpPr/>
          <p:nvPr/>
        </p:nvGrpSpPr>
        <p:grpSpPr>
          <a:xfrm rot="5400000">
            <a:off x="4992475" y="-12000"/>
            <a:ext cx="280800" cy="304800"/>
            <a:chOff x="94625" y="2750225"/>
            <a:chExt cx="280800" cy="304800"/>
          </a:xfrm>
        </p:grpSpPr>
        <p:cxnSp>
          <p:nvCxnSpPr>
            <p:cNvPr id="529" name="Google Shape;529;p28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" name="Google Shape;530;p28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8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32" name="Google Shape;532;p28"/>
          <p:cNvGrpSpPr/>
          <p:nvPr/>
        </p:nvGrpSpPr>
        <p:grpSpPr>
          <a:xfrm rot="5400000">
            <a:off x="-487104" y="2417517"/>
            <a:ext cx="1161786" cy="586719"/>
            <a:chOff x="1474549" y="307982"/>
            <a:chExt cx="916886" cy="463040"/>
          </a:xfrm>
        </p:grpSpPr>
        <p:sp>
          <p:nvSpPr>
            <p:cNvPr id="533" name="Google Shape;533;p28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28"/>
          <p:cNvGrpSpPr/>
          <p:nvPr/>
        </p:nvGrpSpPr>
        <p:grpSpPr>
          <a:xfrm>
            <a:off x="8417222" y="556270"/>
            <a:ext cx="384706" cy="416076"/>
            <a:chOff x="7263072" y="493535"/>
            <a:chExt cx="440874" cy="476932"/>
          </a:xfrm>
        </p:grpSpPr>
        <p:sp>
          <p:nvSpPr>
            <p:cNvPr id="536" name="Google Shape;536;p28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0" name="Google Shape;540;p28"/>
          <p:cNvSpPr/>
          <p:nvPr/>
        </p:nvSpPr>
        <p:spPr>
          <a:xfrm>
            <a:off x="4198900" y="482870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8"/>
          <p:cNvSpPr/>
          <p:nvPr/>
        </p:nvSpPr>
        <p:spPr>
          <a:xfrm>
            <a:off x="8881825" y="28034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2" name="Google Shape;542;p28"/>
          <p:cNvGrpSpPr/>
          <p:nvPr/>
        </p:nvGrpSpPr>
        <p:grpSpPr>
          <a:xfrm>
            <a:off x="713222" y="4778339"/>
            <a:ext cx="689510" cy="128220"/>
            <a:chOff x="5242022" y="4487401"/>
            <a:chExt cx="689510" cy="128220"/>
          </a:xfrm>
        </p:grpSpPr>
        <p:sp>
          <p:nvSpPr>
            <p:cNvPr id="543" name="Google Shape;543;p28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8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547;p29"/>
          <p:cNvGrpSpPr/>
          <p:nvPr/>
        </p:nvGrpSpPr>
        <p:grpSpPr>
          <a:xfrm flipH="1" rot="10800000">
            <a:off x="7268991" y="-141705"/>
            <a:ext cx="1161786" cy="586719"/>
            <a:chOff x="1474549" y="307982"/>
            <a:chExt cx="916886" cy="463040"/>
          </a:xfrm>
        </p:grpSpPr>
        <p:sp>
          <p:nvSpPr>
            <p:cNvPr id="548" name="Google Shape;548;p29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" name="Google Shape;550;p29"/>
          <p:cNvGrpSpPr/>
          <p:nvPr/>
        </p:nvGrpSpPr>
        <p:grpSpPr>
          <a:xfrm flipH="1" rot="5400000">
            <a:off x="8150118" y="4544464"/>
            <a:ext cx="689510" cy="128220"/>
            <a:chOff x="5242022" y="4487401"/>
            <a:chExt cx="689510" cy="128220"/>
          </a:xfrm>
        </p:grpSpPr>
        <p:sp>
          <p:nvSpPr>
            <p:cNvPr id="551" name="Google Shape;551;p29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29"/>
          <p:cNvSpPr/>
          <p:nvPr/>
        </p:nvSpPr>
        <p:spPr>
          <a:xfrm flipH="1">
            <a:off x="830676" y="-301825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 flipH="1" rot="5400000">
            <a:off x="507160" y="4255525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6" name="Google Shape;556;p29"/>
          <p:cNvGrpSpPr/>
          <p:nvPr/>
        </p:nvGrpSpPr>
        <p:grpSpPr>
          <a:xfrm flipH="1" rot="5400000">
            <a:off x="4244852" y="4850700"/>
            <a:ext cx="280800" cy="304800"/>
            <a:chOff x="94625" y="2750225"/>
            <a:chExt cx="280800" cy="304800"/>
          </a:xfrm>
        </p:grpSpPr>
        <p:cxnSp>
          <p:nvCxnSpPr>
            <p:cNvPr id="557" name="Google Shape;557;p29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9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9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0" name="Google Shape;560;p29"/>
          <p:cNvSpPr/>
          <p:nvPr/>
        </p:nvSpPr>
        <p:spPr>
          <a:xfrm flipH="1">
            <a:off x="8842601" y="2225450"/>
            <a:ext cx="586800" cy="5868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29"/>
          <p:cNvGrpSpPr/>
          <p:nvPr/>
        </p:nvGrpSpPr>
        <p:grpSpPr>
          <a:xfrm flipH="1" rot="10800000">
            <a:off x="2" y="1920650"/>
            <a:ext cx="280800" cy="304800"/>
            <a:chOff x="94625" y="2750225"/>
            <a:chExt cx="280800" cy="304800"/>
          </a:xfrm>
        </p:grpSpPr>
        <p:cxnSp>
          <p:nvCxnSpPr>
            <p:cNvPr id="562" name="Google Shape;562;p29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9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9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3688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xo 2"/>
              <a:buNone/>
              <a:defRPr b="1" sz="35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●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○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■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●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○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■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●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fortaa"/>
              <a:buChar char="○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Comfortaa"/>
              <a:buChar char="■"/>
              <a:defRPr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52.pn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4.png"/><Relationship Id="rId11" Type="http://schemas.openxmlformats.org/officeDocument/2006/relationships/image" Target="../media/image35.png"/><Relationship Id="rId10" Type="http://schemas.openxmlformats.org/officeDocument/2006/relationships/image" Target="../media/image37.png"/><Relationship Id="rId13" Type="http://schemas.openxmlformats.org/officeDocument/2006/relationships/image" Target="../media/image41.png"/><Relationship Id="rId12" Type="http://schemas.openxmlformats.org/officeDocument/2006/relationships/image" Target="../media/image36.png"/><Relationship Id="rId14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 txBox="1"/>
          <p:nvPr>
            <p:ph idx="1" type="subTitle"/>
          </p:nvPr>
        </p:nvSpPr>
        <p:spPr>
          <a:xfrm>
            <a:off x="2075700" y="-398302"/>
            <a:ext cx="6199200" cy="197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400">
                <a:latin typeface="Exo 2"/>
                <a:ea typeface="Exo 2"/>
                <a:cs typeface="Exo 2"/>
                <a:sym typeface="Exo 2"/>
              </a:rPr>
              <a:t>OpenGhost</a:t>
            </a:r>
            <a:endParaRPr b="1" i="1" sz="64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570" name="Google Shape;570;p30"/>
          <p:cNvSpPr txBox="1"/>
          <p:nvPr/>
        </p:nvSpPr>
        <p:spPr>
          <a:xfrm>
            <a:off x="587075" y="1801850"/>
            <a:ext cx="729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fortaa"/>
              <a:buChar char="-"/>
            </a:pP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German Tarnoski</a:t>
            </a:r>
            <a:endParaRPr sz="1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Estudiante de </a:t>
            </a: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Ingeniería</a:t>
            </a: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Informática</a:t>
            </a: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(UCEMA)</a:t>
            </a:r>
            <a:endParaRPr sz="1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fortaa"/>
              <a:buChar char="-"/>
            </a:pP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Nicolas Suarez Durrels</a:t>
            </a:r>
            <a:endParaRPr sz="1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	Estudiante de Ingeniería Informática (ITBA)</a:t>
            </a:r>
            <a:endParaRPr sz="1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fortaa"/>
              <a:buChar char="-"/>
            </a:pP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Bruno Baumgart</a:t>
            </a:r>
            <a:endParaRPr sz="1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" sz="17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Estudiante de Ingeniería Informática (ITBA)</a:t>
            </a:r>
            <a:endParaRPr sz="17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"/>
          <p:cNvSpPr txBox="1"/>
          <p:nvPr>
            <p:ph type="title"/>
          </p:nvPr>
        </p:nvSpPr>
        <p:spPr>
          <a:xfrm>
            <a:off x="713213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Problematica a abordar</a:t>
            </a:r>
            <a:endParaRPr/>
          </a:p>
        </p:txBody>
      </p:sp>
      <p:pic>
        <p:nvPicPr>
          <p:cNvPr id="576" name="Google Shape;5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4500" y="1962850"/>
            <a:ext cx="1708200" cy="170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6750" y="1753100"/>
            <a:ext cx="3407751" cy="227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1"/>
          <p:cNvPicPr preferRelativeResize="0"/>
          <p:nvPr/>
        </p:nvPicPr>
        <p:blipFill rotWithShape="1">
          <a:blip r:embed="rId5">
            <a:alphaModFix/>
          </a:blip>
          <a:srcRect b="0" l="14876" r="20582" t="0"/>
          <a:stretch/>
        </p:blipFill>
        <p:spPr>
          <a:xfrm>
            <a:off x="173625" y="1890983"/>
            <a:ext cx="2267124" cy="19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1100" y="3730872"/>
            <a:ext cx="3318024" cy="12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4400" y="3665375"/>
            <a:ext cx="1830999" cy="10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32"/>
          <p:cNvPicPr preferRelativeResize="0"/>
          <p:nvPr>
            <p:ph idx="2" type="pic"/>
          </p:nvPr>
        </p:nvPicPr>
        <p:blipFill rotWithShape="1">
          <a:blip r:embed="rId4">
            <a:alphaModFix amt="80000"/>
          </a:blip>
          <a:srcRect b="0" l="32485" r="32489" t="0"/>
          <a:stretch/>
        </p:blipFill>
        <p:spPr>
          <a:xfrm>
            <a:off x="5903675" y="539500"/>
            <a:ext cx="2530800" cy="4064400"/>
          </a:xfrm>
          <a:prstGeom prst="round1Rect">
            <a:avLst>
              <a:gd fmla="val 50000" name="adj"/>
            </a:avLst>
          </a:prstGeom>
        </p:spPr>
      </p:pic>
      <p:sp>
        <p:nvSpPr>
          <p:cNvPr id="586" name="Google Shape;586;p32"/>
          <p:cNvSpPr txBox="1"/>
          <p:nvPr>
            <p:ph type="ctrTitle"/>
          </p:nvPr>
        </p:nvSpPr>
        <p:spPr>
          <a:xfrm>
            <a:off x="713225" y="721250"/>
            <a:ext cx="4710300" cy="28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OpenGhost</a:t>
            </a:r>
            <a:endParaRPr/>
          </a:p>
        </p:txBody>
      </p:sp>
      <p:sp>
        <p:nvSpPr>
          <p:cNvPr id="587" name="Google Shape;587;p32"/>
          <p:cNvSpPr txBox="1"/>
          <p:nvPr>
            <p:ph idx="1" type="subTitle"/>
          </p:nvPr>
        </p:nvSpPr>
        <p:spPr>
          <a:xfrm>
            <a:off x="713225" y="3812350"/>
            <a:ext cx="4710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ChatBot Inteligente</a:t>
            </a:r>
            <a:endParaRPr/>
          </a:p>
        </p:txBody>
      </p:sp>
      <p:grpSp>
        <p:nvGrpSpPr>
          <p:cNvPr id="588" name="Google Shape;588;p32"/>
          <p:cNvGrpSpPr/>
          <p:nvPr/>
        </p:nvGrpSpPr>
        <p:grpSpPr>
          <a:xfrm rot="5400000">
            <a:off x="5612471" y="3729642"/>
            <a:ext cx="1161786" cy="586719"/>
            <a:chOff x="1474549" y="307982"/>
            <a:chExt cx="916886" cy="463040"/>
          </a:xfrm>
        </p:grpSpPr>
        <p:sp>
          <p:nvSpPr>
            <p:cNvPr id="589" name="Google Shape;589;p32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2"/>
            <p:cNvSpPr/>
            <p:nvPr/>
          </p:nvSpPr>
          <p:spPr>
            <a:xfrm flipH="1">
              <a:off x="1928394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32"/>
          <p:cNvGrpSpPr/>
          <p:nvPr/>
        </p:nvGrpSpPr>
        <p:grpSpPr>
          <a:xfrm>
            <a:off x="8049772" y="331464"/>
            <a:ext cx="384706" cy="416076"/>
            <a:chOff x="7263072" y="493535"/>
            <a:chExt cx="440874" cy="476932"/>
          </a:xfrm>
        </p:grpSpPr>
        <p:sp>
          <p:nvSpPr>
            <p:cNvPr id="592" name="Google Shape;592;p32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6" name="Google Shape;596;p32"/>
          <p:cNvGrpSpPr/>
          <p:nvPr/>
        </p:nvGrpSpPr>
        <p:grpSpPr>
          <a:xfrm>
            <a:off x="828097" y="4603889"/>
            <a:ext cx="689510" cy="128220"/>
            <a:chOff x="5242022" y="4487401"/>
            <a:chExt cx="689510" cy="128220"/>
          </a:xfrm>
        </p:grpSpPr>
        <p:sp>
          <p:nvSpPr>
            <p:cNvPr id="597" name="Google Shape;597;p32"/>
            <p:cNvSpPr/>
            <p:nvPr/>
          </p:nvSpPr>
          <p:spPr>
            <a:xfrm>
              <a:off x="5242022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2"/>
            <p:cNvSpPr/>
            <p:nvPr/>
          </p:nvSpPr>
          <p:spPr>
            <a:xfrm>
              <a:off x="5522650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2"/>
            <p:cNvSpPr/>
            <p:nvPr/>
          </p:nvSpPr>
          <p:spPr>
            <a:xfrm>
              <a:off x="5803278" y="4487401"/>
              <a:ext cx="128254" cy="128220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0" name="Google Shape;600;p32"/>
          <p:cNvSpPr/>
          <p:nvPr/>
        </p:nvSpPr>
        <p:spPr>
          <a:xfrm rot="-5400000">
            <a:off x="7844900" y="4018000"/>
            <a:ext cx="585900" cy="585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1" name="Google Shape;601;p32"/>
          <p:cNvGrpSpPr/>
          <p:nvPr/>
        </p:nvGrpSpPr>
        <p:grpSpPr>
          <a:xfrm>
            <a:off x="5619200" y="2003150"/>
            <a:ext cx="280800" cy="304800"/>
            <a:chOff x="94625" y="2750225"/>
            <a:chExt cx="280800" cy="304800"/>
          </a:xfrm>
        </p:grpSpPr>
        <p:cxnSp>
          <p:nvCxnSpPr>
            <p:cNvPr id="602" name="Google Shape;602;p32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32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32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05" name="Google Shape;605;p32"/>
          <p:cNvCxnSpPr/>
          <p:nvPr/>
        </p:nvCxnSpPr>
        <p:spPr>
          <a:xfrm>
            <a:off x="818915" y="3674550"/>
            <a:ext cx="4372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6" name="Google Shape;60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8725" y="1302275"/>
            <a:ext cx="3427253" cy="28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3"/>
          <p:cNvSpPr txBox="1"/>
          <p:nvPr>
            <p:ph type="title"/>
          </p:nvPr>
        </p:nvSpPr>
        <p:spPr>
          <a:xfrm>
            <a:off x="939750" y="822400"/>
            <a:ext cx="3943500" cy="11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</a:t>
            </a:r>
            <a:r>
              <a:rPr lang="en"/>
              <a:t>Qué</a:t>
            </a:r>
            <a:r>
              <a:rPr lang="en"/>
              <a:t> es lo que hace?</a:t>
            </a:r>
            <a:endParaRPr/>
          </a:p>
        </p:txBody>
      </p:sp>
      <p:sp>
        <p:nvSpPr>
          <p:cNvPr id="612" name="Google Shape;612;p33"/>
          <p:cNvSpPr txBox="1"/>
          <p:nvPr>
            <p:ph idx="1" type="body"/>
          </p:nvPr>
        </p:nvSpPr>
        <p:spPr>
          <a:xfrm>
            <a:off x="939750" y="2141000"/>
            <a:ext cx="3943500" cy="21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-"/>
            </a:pPr>
            <a:r>
              <a:rPr lang="en"/>
              <a:t>Permite centralizar el uso de todas las cuentas de correo que uses.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-"/>
            </a:pPr>
            <a:r>
              <a:rPr lang="en"/>
              <a:t>Otorga una calidad de filtrado en lo que deseas recibir mayor a la de los correos convencionales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-"/>
            </a:pPr>
            <a:r>
              <a:rPr lang="en"/>
              <a:t>Permite tener información detallada, sin datos secundarios en menor tiempo de lo que te llevaría chequear todas tus casillas</a:t>
            </a:r>
            <a:endParaRPr/>
          </a:p>
        </p:txBody>
      </p:sp>
      <p:grpSp>
        <p:nvGrpSpPr>
          <p:cNvPr id="613" name="Google Shape;613;p33"/>
          <p:cNvGrpSpPr/>
          <p:nvPr/>
        </p:nvGrpSpPr>
        <p:grpSpPr>
          <a:xfrm flipH="1" rot="5400000">
            <a:off x="5610309" y="832867"/>
            <a:ext cx="1173436" cy="586719"/>
            <a:chOff x="1474549" y="307982"/>
            <a:chExt cx="926080" cy="463040"/>
          </a:xfrm>
        </p:grpSpPr>
        <p:sp>
          <p:nvSpPr>
            <p:cNvPr id="614" name="Google Shape;614;p33"/>
            <p:cNvSpPr/>
            <p:nvPr/>
          </p:nvSpPr>
          <p:spPr>
            <a:xfrm>
              <a:off x="1474549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 flipH="1">
              <a:off x="1937588" y="307982"/>
              <a:ext cx="463040" cy="463040"/>
            </a:xfrm>
            <a:custGeom>
              <a:rect b="b" l="l" r="r" t="t"/>
              <a:pathLst>
                <a:path extrusionOk="0" h="39274" w="39274">
                  <a:moveTo>
                    <a:pt x="39274" y="1"/>
                  </a:moveTo>
                  <a:cubicBezTo>
                    <a:pt x="17565" y="1"/>
                    <a:pt x="1" y="17565"/>
                    <a:pt x="1" y="39274"/>
                  </a:cubicBezTo>
                  <a:lnTo>
                    <a:pt x="39274" y="39274"/>
                  </a:lnTo>
                  <a:lnTo>
                    <a:pt x="392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33"/>
          <p:cNvGrpSpPr/>
          <p:nvPr/>
        </p:nvGrpSpPr>
        <p:grpSpPr>
          <a:xfrm flipH="1" rot="10800000">
            <a:off x="8153685" y="2838318"/>
            <a:ext cx="280800" cy="304800"/>
            <a:chOff x="94625" y="2750225"/>
            <a:chExt cx="280800" cy="304800"/>
          </a:xfrm>
        </p:grpSpPr>
        <p:cxnSp>
          <p:nvCxnSpPr>
            <p:cNvPr id="617" name="Google Shape;617;p33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33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9" name="Google Shape;619;p33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620" name="Google Shape;6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800" y="1292300"/>
            <a:ext cx="3735750" cy="312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GenBot</a:t>
            </a:r>
            <a:endParaRPr/>
          </a:p>
        </p:txBody>
      </p:sp>
      <p:sp>
        <p:nvSpPr>
          <p:cNvPr id="626" name="Google Shape;626;p34"/>
          <p:cNvSpPr txBox="1"/>
          <p:nvPr>
            <p:ph idx="1" type="subTitle"/>
          </p:nvPr>
        </p:nvSpPr>
        <p:spPr>
          <a:xfrm>
            <a:off x="880975" y="1511420"/>
            <a:ext cx="74595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 </a:t>
            </a:r>
            <a:r>
              <a:rPr lang="en"/>
              <a:t>través</a:t>
            </a:r>
            <a:r>
              <a:rPr lang="en"/>
              <a:t> de Telegram, agregando su contacto </a:t>
            </a:r>
            <a:endParaRPr/>
          </a:p>
        </p:txBody>
      </p:sp>
      <p:sp>
        <p:nvSpPr>
          <p:cNvPr id="627" name="Google Shape;627;p34"/>
          <p:cNvSpPr txBox="1"/>
          <p:nvPr>
            <p:ph idx="2" type="subTitle"/>
          </p:nvPr>
        </p:nvSpPr>
        <p:spPr>
          <a:xfrm>
            <a:off x="880975" y="3038360"/>
            <a:ext cx="7459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no tan accesible como la de telegram para pequeños desarrolladores, en calidad de empresa es un poco </a:t>
            </a:r>
            <a:r>
              <a:rPr lang="en"/>
              <a:t>más</a:t>
            </a:r>
            <a:r>
              <a:rPr lang="en"/>
              <a:t> sencillo y creemos que es donde mejor rendimiento </a:t>
            </a:r>
            <a:r>
              <a:rPr lang="en"/>
              <a:t>generaría</a:t>
            </a:r>
            <a:r>
              <a:rPr lang="en"/>
              <a:t>.</a:t>
            </a:r>
            <a:endParaRPr/>
          </a:p>
        </p:txBody>
      </p:sp>
      <p:sp>
        <p:nvSpPr>
          <p:cNvPr id="628" name="Google Shape;628;p34"/>
          <p:cNvSpPr txBox="1"/>
          <p:nvPr>
            <p:ph idx="4" type="subTitle"/>
          </p:nvPr>
        </p:nvSpPr>
        <p:spPr>
          <a:xfrm>
            <a:off x="880975" y="1051200"/>
            <a:ext cx="74595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¿Como lo uso?</a:t>
            </a:r>
            <a:endParaRPr/>
          </a:p>
        </p:txBody>
      </p:sp>
      <p:sp>
        <p:nvSpPr>
          <p:cNvPr id="629" name="Google Shape;629;p34"/>
          <p:cNvSpPr txBox="1"/>
          <p:nvPr>
            <p:ph idx="5" type="subTitle"/>
          </p:nvPr>
        </p:nvSpPr>
        <p:spPr>
          <a:xfrm>
            <a:off x="880975" y="2503450"/>
            <a:ext cx="7459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¿Por </a:t>
            </a:r>
            <a:r>
              <a:rPr lang="en"/>
              <a:t>qué</a:t>
            </a:r>
            <a:r>
              <a:rPr lang="en"/>
              <a:t> no WhatsApp</a:t>
            </a:r>
            <a:r>
              <a:rPr lang="en"/>
              <a:t>?</a:t>
            </a:r>
            <a:endParaRPr/>
          </a:p>
        </p:txBody>
      </p:sp>
      <p:cxnSp>
        <p:nvCxnSpPr>
          <p:cNvPr id="630" name="Google Shape;630;p34"/>
          <p:cNvCxnSpPr/>
          <p:nvPr/>
        </p:nvCxnSpPr>
        <p:spPr>
          <a:xfrm>
            <a:off x="769775" y="1200550"/>
            <a:ext cx="0" cy="803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4"/>
          <p:cNvCxnSpPr/>
          <p:nvPr/>
        </p:nvCxnSpPr>
        <p:spPr>
          <a:xfrm>
            <a:off x="769775" y="2731100"/>
            <a:ext cx="0" cy="803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2" name="Google Shape;63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0600" y="139863"/>
            <a:ext cx="2120450" cy="23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5"/>
          <p:cNvSpPr txBox="1"/>
          <p:nvPr>
            <p:ph type="title"/>
          </p:nvPr>
        </p:nvSpPr>
        <p:spPr>
          <a:xfrm>
            <a:off x="713213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Proximamente…</a:t>
            </a:r>
            <a:endParaRPr/>
          </a:p>
        </p:txBody>
      </p:sp>
      <p:pic>
        <p:nvPicPr>
          <p:cNvPr id="638" name="Google Shape;6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25" y="1743100"/>
            <a:ext cx="2194650" cy="15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5"/>
          <p:cNvPicPr preferRelativeResize="0"/>
          <p:nvPr/>
        </p:nvPicPr>
        <p:blipFill rotWithShape="1">
          <a:blip r:embed="rId4">
            <a:alphaModFix/>
          </a:blip>
          <a:srcRect b="0" l="18518" r="17624" t="8408"/>
          <a:stretch/>
        </p:blipFill>
        <p:spPr>
          <a:xfrm>
            <a:off x="3384600" y="1700500"/>
            <a:ext cx="2057424" cy="165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4900" y="1832638"/>
            <a:ext cx="2221376" cy="14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5"/>
          <p:cNvSpPr txBox="1"/>
          <p:nvPr/>
        </p:nvSpPr>
        <p:spPr>
          <a:xfrm>
            <a:off x="564100" y="3436775"/>
            <a:ext cx="180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Google calendar</a:t>
            </a:r>
            <a:endParaRPr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2" name="Google Shape;642;p35"/>
          <p:cNvSpPr txBox="1"/>
          <p:nvPr/>
        </p:nvSpPr>
        <p:spPr>
          <a:xfrm>
            <a:off x="3509413" y="3436775"/>
            <a:ext cx="180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Respuestas Automatizadas</a:t>
            </a:r>
            <a:endParaRPr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3" name="Google Shape;643;p35"/>
          <p:cNvSpPr txBox="1"/>
          <p:nvPr/>
        </p:nvSpPr>
        <p:spPr>
          <a:xfrm>
            <a:off x="5932500" y="3436775"/>
            <a:ext cx="254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Mejoras en la experiencia del usuario respecto a la interfaz</a:t>
            </a:r>
            <a:endParaRPr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/>
          </a:p>
        </p:txBody>
      </p:sp>
      <p:sp>
        <p:nvSpPr>
          <p:cNvPr id="649" name="Google Shape;649;p36"/>
          <p:cNvSpPr txBox="1"/>
          <p:nvPr/>
        </p:nvSpPr>
        <p:spPr>
          <a:xfrm>
            <a:off x="459425" y="1837675"/>
            <a:ext cx="77802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" sz="2400">
                <a:solidFill>
                  <a:schemeClr val="lt1"/>
                </a:solidFill>
              </a:rPr>
              <a:t>N</a:t>
            </a:r>
            <a:r>
              <a:rPr lang="en" sz="2400">
                <a:solidFill>
                  <a:schemeClr val="lt1"/>
                </a:solidFill>
              </a:rPr>
              <a:t>o es un simple ChatBot 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" sz="2400">
                <a:solidFill>
                  <a:schemeClr val="lt1"/>
                </a:solidFill>
              </a:rPr>
              <a:t>Funciona noticiero personal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" sz="2400">
                <a:solidFill>
                  <a:schemeClr val="lt1"/>
                </a:solidFill>
              </a:rPr>
              <a:t>Mejora la calidad de </a:t>
            </a:r>
            <a:r>
              <a:rPr lang="en" sz="2400">
                <a:solidFill>
                  <a:schemeClr val="lt1"/>
                </a:solidFill>
              </a:rPr>
              <a:t>gestión</a:t>
            </a:r>
            <a:r>
              <a:rPr lang="en" sz="2400">
                <a:solidFill>
                  <a:schemeClr val="lt1"/>
                </a:solidFill>
              </a:rPr>
              <a:t> del tiempo de las personas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 especiales</a:t>
            </a:r>
            <a:endParaRPr/>
          </a:p>
        </p:txBody>
      </p:sp>
      <p:pic>
        <p:nvPicPr>
          <p:cNvPr id="655" name="Google Shape;6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900" y="1473450"/>
            <a:ext cx="1921000" cy="22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8837" y="1483438"/>
            <a:ext cx="1921000" cy="22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3475" y="1334725"/>
            <a:ext cx="2311775" cy="231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7152" y="3871426"/>
            <a:ext cx="1388526" cy="98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4775" y="3944998"/>
            <a:ext cx="217202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76575" y="3771547"/>
            <a:ext cx="165432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0425" y="3850900"/>
            <a:ext cx="886902" cy="41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0650" y="4440450"/>
            <a:ext cx="1016673" cy="30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60900" y="3804286"/>
            <a:ext cx="1517102" cy="3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20775" y="4341100"/>
            <a:ext cx="1576223" cy="630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46475" y="4643802"/>
            <a:ext cx="1016673" cy="41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3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360425" y="4699140"/>
            <a:ext cx="1177616" cy="3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8"/>
          <p:cNvSpPr txBox="1"/>
          <p:nvPr>
            <p:ph type="title"/>
          </p:nvPr>
        </p:nvSpPr>
        <p:spPr>
          <a:xfrm>
            <a:off x="1039600" y="1792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¡Muchas Gracias!</a:t>
            </a:r>
            <a:endParaRPr sz="6400"/>
          </a:p>
        </p:txBody>
      </p:sp>
      <p:grpSp>
        <p:nvGrpSpPr>
          <p:cNvPr id="672" name="Google Shape;672;p38"/>
          <p:cNvGrpSpPr/>
          <p:nvPr/>
        </p:nvGrpSpPr>
        <p:grpSpPr>
          <a:xfrm>
            <a:off x="8238422" y="624270"/>
            <a:ext cx="384706" cy="416076"/>
            <a:chOff x="7263072" y="493535"/>
            <a:chExt cx="440874" cy="476932"/>
          </a:xfrm>
        </p:grpSpPr>
        <p:sp>
          <p:nvSpPr>
            <p:cNvPr id="673" name="Google Shape;673;p38"/>
            <p:cNvSpPr/>
            <p:nvPr/>
          </p:nvSpPr>
          <p:spPr>
            <a:xfrm>
              <a:off x="7263072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4"/>
                    <a:pt x="1712" y="3424"/>
                  </a:cubicBezTo>
                  <a:cubicBezTo>
                    <a:pt x="2658" y="3424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7263072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9" y="0"/>
                    <a:pt x="1" y="768"/>
                    <a:pt x="1" y="1712"/>
                  </a:cubicBezTo>
                  <a:cubicBezTo>
                    <a:pt x="1" y="2658"/>
                    <a:pt x="769" y="3423"/>
                    <a:pt x="1712" y="3423"/>
                  </a:cubicBezTo>
                  <a:cubicBezTo>
                    <a:pt x="2658" y="3423"/>
                    <a:pt x="3424" y="2658"/>
                    <a:pt x="3424" y="1712"/>
                  </a:cubicBezTo>
                  <a:cubicBezTo>
                    <a:pt x="3424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7556971" y="823492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4"/>
                    <a:pt x="1712" y="3424"/>
                  </a:cubicBezTo>
                  <a:cubicBezTo>
                    <a:pt x="2658" y="3424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8"/>
            <p:cNvSpPr/>
            <p:nvPr/>
          </p:nvSpPr>
          <p:spPr>
            <a:xfrm>
              <a:off x="7556971" y="493535"/>
              <a:ext cx="146975" cy="146975"/>
            </a:xfrm>
            <a:custGeom>
              <a:rect b="b" l="l" r="r" t="t"/>
              <a:pathLst>
                <a:path extrusionOk="0" h="3424" w="3424">
                  <a:moveTo>
                    <a:pt x="1712" y="0"/>
                  </a:moveTo>
                  <a:cubicBezTo>
                    <a:pt x="768" y="0"/>
                    <a:pt x="0" y="768"/>
                    <a:pt x="0" y="1712"/>
                  </a:cubicBezTo>
                  <a:cubicBezTo>
                    <a:pt x="0" y="2658"/>
                    <a:pt x="768" y="3423"/>
                    <a:pt x="1712" y="3423"/>
                  </a:cubicBezTo>
                  <a:cubicBezTo>
                    <a:pt x="2658" y="3423"/>
                    <a:pt x="3423" y="2658"/>
                    <a:pt x="3423" y="1712"/>
                  </a:cubicBezTo>
                  <a:cubicBezTo>
                    <a:pt x="3423" y="768"/>
                    <a:pt x="2658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7" name="Google Shape;677;p38"/>
          <p:cNvGrpSpPr/>
          <p:nvPr/>
        </p:nvGrpSpPr>
        <p:grpSpPr>
          <a:xfrm>
            <a:off x="8149975" y="2554000"/>
            <a:ext cx="280800" cy="304800"/>
            <a:chOff x="94625" y="2750225"/>
            <a:chExt cx="280800" cy="304800"/>
          </a:xfrm>
        </p:grpSpPr>
        <p:cxnSp>
          <p:nvCxnSpPr>
            <p:cNvPr id="678" name="Google Shape;678;p38"/>
            <p:cNvCxnSpPr/>
            <p:nvPr/>
          </p:nvCxnSpPr>
          <p:spPr>
            <a:xfrm>
              <a:off x="94625" y="27502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38"/>
            <p:cNvCxnSpPr/>
            <p:nvPr/>
          </p:nvCxnSpPr>
          <p:spPr>
            <a:xfrm>
              <a:off x="94625" y="29026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38"/>
            <p:cNvCxnSpPr/>
            <p:nvPr/>
          </p:nvCxnSpPr>
          <p:spPr>
            <a:xfrm>
              <a:off x="94625" y="3055025"/>
              <a:ext cx="280800" cy="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urth Industrial Revolution (Industry 4.0) Thesis Defense by Slidesgo">
  <a:themeElements>
    <a:clrScheme name="Simple Light">
      <a:dk1>
        <a:srgbClr val="191919"/>
      </a:dk1>
      <a:lt1>
        <a:srgbClr val="FFFFFF"/>
      </a:lt1>
      <a:dk2>
        <a:srgbClr val="3DDABE"/>
      </a:dk2>
      <a:lt2>
        <a:srgbClr val="2FFAC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